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58" r:id="rId6"/>
    <p:sldId id="259" r:id="rId7"/>
    <p:sldId id="260" r:id="rId8"/>
    <p:sldId id="261" r:id="rId9"/>
    <p:sldId id="264" r:id="rId10"/>
    <p:sldId id="265" r:id="rId11"/>
    <p:sldId id="268" r:id="rId12"/>
    <p:sldId id="269" r:id="rId13"/>
    <p:sldId id="270" r:id="rId14"/>
    <p:sldId id="271" r:id="rId15"/>
    <p:sldId id="273" r:id="rId16"/>
    <p:sldId id="274" r:id="rId17"/>
    <p:sldId id="275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B3693A-7C0B-4715-8AC1-77A3B2B3C8BA}" v="8" dt="2026-05-28T18:46:47.556"/>
    <p1510:client id="{C7F9E18A-BDC8-DE0F-17C7-3F247E8562FE}" v="15" dt="2026-05-28T18:08:21.7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Cevenini - andrea.cevenini3@studio.unibo.it" userId="S::andrea.cevenini3@studio.unibo.it::c9dd1017-b849-434e-862a-e308de2102d5" providerId="AD" clId="Web-{C7F9E18A-BDC8-DE0F-17C7-3F247E8562FE}"/>
    <pc:docChg chg="modSld">
      <pc:chgData name="Andrea Cevenini - andrea.cevenini3@studio.unibo.it" userId="S::andrea.cevenini3@studio.unibo.it::c9dd1017-b849-434e-862a-e308de2102d5" providerId="AD" clId="Web-{C7F9E18A-BDC8-DE0F-17C7-3F247E8562FE}" dt="2026-05-28T18:08:19.377" v="8" actId="1076"/>
      <pc:docMkLst>
        <pc:docMk/>
      </pc:docMkLst>
      <pc:sldChg chg="modSp">
        <pc:chgData name="Andrea Cevenini - andrea.cevenini3@studio.unibo.it" userId="S::andrea.cevenini3@studio.unibo.it::c9dd1017-b849-434e-862a-e308de2102d5" providerId="AD" clId="Web-{C7F9E18A-BDC8-DE0F-17C7-3F247E8562FE}" dt="2026-05-28T18:07:18.625" v="0" actId="1076"/>
        <pc:sldMkLst>
          <pc:docMk/>
          <pc:sldMk cId="0" sldId="260"/>
        </pc:sldMkLst>
        <pc:picChg chg="mod">
          <ac:chgData name="Andrea Cevenini - andrea.cevenini3@studio.unibo.it" userId="S::andrea.cevenini3@studio.unibo.it::c9dd1017-b849-434e-862a-e308de2102d5" providerId="AD" clId="Web-{C7F9E18A-BDC8-DE0F-17C7-3F247E8562FE}" dt="2026-05-28T18:07:18.625" v="0" actId="1076"/>
          <ac:picMkLst>
            <pc:docMk/>
            <pc:sldMk cId="0" sldId="260"/>
            <ac:picMk id="35" creationId="{0F34C78B-EA5A-41AD-9F36-8601A76216CC}"/>
          </ac:picMkLst>
        </pc:picChg>
      </pc:sldChg>
      <pc:sldChg chg="modSp">
        <pc:chgData name="Andrea Cevenini - andrea.cevenini3@studio.unibo.it" userId="S::andrea.cevenini3@studio.unibo.it::c9dd1017-b849-434e-862a-e308de2102d5" providerId="AD" clId="Web-{C7F9E18A-BDC8-DE0F-17C7-3F247E8562FE}" dt="2026-05-28T18:08:19.377" v="8" actId="1076"/>
        <pc:sldMkLst>
          <pc:docMk/>
          <pc:sldMk cId="0" sldId="268"/>
        </pc:sldMkLst>
        <pc:spChg chg="mod">
          <ac:chgData name="Andrea Cevenini - andrea.cevenini3@studio.unibo.it" userId="S::andrea.cevenini3@studio.unibo.it::c9dd1017-b849-434e-862a-e308de2102d5" providerId="AD" clId="Web-{C7F9E18A-BDC8-DE0F-17C7-3F247E8562FE}" dt="2026-05-28T18:08:10.986" v="7" actId="20577"/>
          <ac:spMkLst>
            <pc:docMk/>
            <pc:sldMk cId="0" sldId="268"/>
            <ac:spMk id="23" creationId="{00000000-0000-0000-0000-000000000000}"/>
          </ac:spMkLst>
        </pc:spChg>
        <pc:spChg chg="mod">
          <ac:chgData name="Andrea Cevenini - andrea.cevenini3@studio.unibo.it" userId="S::andrea.cevenini3@studio.unibo.it::c9dd1017-b849-434e-862a-e308de2102d5" providerId="AD" clId="Web-{C7F9E18A-BDC8-DE0F-17C7-3F247E8562FE}" dt="2026-05-28T18:08:06.642" v="6" actId="1076"/>
          <ac:spMkLst>
            <pc:docMk/>
            <pc:sldMk cId="0" sldId="268"/>
            <ac:spMk id="35" creationId="{FA3AFE60-D51C-405F-AD6C-CE9E5D0E5F12}"/>
          </ac:spMkLst>
        </pc:spChg>
        <pc:picChg chg="mod">
          <ac:chgData name="Andrea Cevenini - andrea.cevenini3@studio.unibo.it" userId="S::andrea.cevenini3@studio.unibo.it::c9dd1017-b849-434e-862a-e308de2102d5" providerId="AD" clId="Web-{C7F9E18A-BDC8-DE0F-17C7-3F247E8562FE}" dt="2026-05-28T18:08:19.377" v="8" actId="1076"/>
          <ac:picMkLst>
            <pc:docMk/>
            <pc:sldMk cId="0" sldId="268"/>
            <ac:picMk id="40" creationId="{83DD00C6-46AD-40D5-8117-98515E8069B0}"/>
          </ac:picMkLst>
        </pc:picChg>
      </pc:sldChg>
    </pc:docChg>
  </pc:docChgLst>
  <pc:docChgLst>
    <pc:chgData name="Andrea Cevenini - andrea.cevenini3@studio.unibo.it" userId="c9dd1017-b849-434e-862a-e308de2102d5" providerId="ADAL" clId="{5503E562-535A-4620-B278-A862B75DA8DC}"/>
    <pc:docChg chg="modSld">
      <pc:chgData name="Andrea Cevenini - andrea.cevenini3@studio.unibo.it" userId="c9dd1017-b849-434e-862a-e308de2102d5" providerId="ADAL" clId="{5503E562-535A-4620-B278-A862B75DA8DC}" dt="2026-05-28T18:09:35.606" v="1" actId="20577"/>
      <pc:docMkLst>
        <pc:docMk/>
      </pc:docMkLst>
      <pc:sldChg chg="modSp">
        <pc:chgData name="Andrea Cevenini - andrea.cevenini3@studio.unibo.it" userId="c9dd1017-b849-434e-862a-e308de2102d5" providerId="ADAL" clId="{5503E562-535A-4620-B278-A862B75DA8DC}" dt="2026-05-28T18:09:35.606" v="1" actId="20577"/>
        <pc:sldMkLst>
          <pc:docMk/>
          <pc:sldMk cId="0" sldId="273"/>
        </pc:sldMkLst>
        <pc:spChg chg="mod">
          <ac:chgData name="Andrea Cevenini - andrea.cevenini3@studio.unibo.it" userId="c9dd1017-b849-434e-862a-e308de2102d5" providerId="ADAL" clId="{5503E562-535A-4620-B278-A862B75DA8DC}" dt="2026-05-28T18:09:35.606" v="1" actId="20577"/>
          <ac:spMkLst>
            <pc:docMk/>
            <pc:sldMk cId="0" sldId="273"/>
            <ac:spMk id="13" creationId="{00000000-0000-0000-0000-000000000000}"/>
          </ac:spMkLst>
        </pc:spChg>
      </pc:sldChg>
    </pc:docChg>
  </pc:docChgLst>
  <pc:docChgLst>
    <pc:chgData name="Marco Buonfantino - marco.buonfantino@studio.unibo.it" userId="bb2fc2ac-3df6-4674-b74f-0388573df1e5" providerId="ADAL" clId="{FFB3693A-7C0B-4715-8AC1-77A3B2B3C8BA}"/>
    <pc:docChg chg="undo custSel addSld delSld modSld">
      <pc:chgData name="Marco Buonfantino - marco.buonfantino@studio.unibo.it" userId="bb2fc2ac-3df6-4674-b74f-0388573df1e5" providerId="ADAL" clId="{FFB3693A-7C0B-4715-8AC1-77A3B2B3C8BA}" dt="2026-05-28T18:47:16.179" v="118" actId="2696"/>
      <pc:docMkLst>
        <pc:docMk/>
      </pc:docMkLst>
      <pc:sldChg chg="modSp add del mod">
        <pc:chgData name="Marco Buonfantino - marco.buonfantino@studio.unibo.it" userId="bb2fc2ac-3df6-4674-b74f-0388573df1e5" providerId="ADAL" clId="{FFB3693A-7C0B-4715-8AC1-77A3B2B3C8BA}" dt="2026-05-28T18:21:47.087" v="5"/>
        <pc:sldMkLst>
          <pc:docMk/>
          <pc:sldMk cId="0" sldId="256"/>
        </pc:sldMkLst>
        <pc:spChg chg="mod">
          <ac:chgData name="Marco Buonfantino - marco.buonfantino@studio.unibo.it" userId="bb2fc2ac-3df6-4674-b74f-0388573df1e5" providerId="ADAL" clId="{FFB3693A-7C0B-4715-8AC1-77A3B2B3C8BA}" dt="2026-05-28T18:14:06.100" v="1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Marco Buonfantino - marco.buonfantino@studio.unibo.it" userId="bb2fc2ac-3df6-4674-b74f-0388573df1e5" providerId="ADAL" clId="{FFB3693A-7C0B-4715-8AC1-77A3B2B3C8BA}" dt="2026-05-28T18:14:09.018" v="2" actId="1076"/>
          <ac:spMkLst>
            <pc:docMk/>
            <pc:sldMk cId="0" sldId="256"/>
            <ac:spMk id="9" creationId="{00000000-0000-0000-0000-000000000000}"/>
          </ac:spMkLst>
        </pc:spChg>
      </pc:sldChg>
      <pc:sldChg chg="del">
        <pc:chgData name="Marco Buonfantino - marco.buonfantino@studio.unibo.it" userId="bb2fc2ac-3df6-4674-b74f-0388573df1e5" providerId="ADAL" clId="{FFB3693A-7C0B-4715-8AC1-77A3B2B3C8BA}" dt="2026-05-28T18:21:37.462" v="4" actId="2696"/>
        <pc:sldMkLst>
          <pc:docMk/>
          <pc:sldMk cId="0" sldId="257"/>
        </pc:sldMkLst>
      </pc:sldChg>
      <pc:sldChg chg="modSp add del mod">
        <pc:chgData name="Marco Buonfantino - marco.buonfantino@studio.unibo.it" userId="bb2fc2ac-3df6-4674-b74f-0388573df1e5" providerId="ADAL" clId="{FFB3693A-7C0B-4715-8AC1-77A3B2B3C8BA}" dt="2026-05-28T18:33:12.027" v="6" actId="1076"/>
        <pc:sldMkLst>
          <pc:docMk/>
          <pc:sldMk cId="0" sldId="258"/>
        </pc:sldMkLst>
        <pc:spChg chg="mod">
          <ac:chgData name="Marco Buonfantino - marco.buonfantino@studio.unibo.it" userId="bb2fc2ac-3df6-4674-b74f-0388573df1e5" providerId="ADAL" clId="{FFB3693A-7C0B-4715-8AC1-77A3B2B3C8BA}" dt="2026-05-28T18:33:12.027" v="6" actId="1076"/>
          <ac:spMkLst>
            <pc:docMk/>
            <pc:sldMk cId="0" sldId="258"/>
            <ac:spMk id="5" creationId="{00000000-0000-0000-0000-000000000000}"/>
          </ac:spMkLst>
        </pc:spChg>
      </pc:sldChg>
      <pc:sldChg chg="add del">
        <pc:chgData name="Marco Buonfantino - marco.buonfantino@studio.unibo.it" userId="bb2fc2ac-3df6-4674-b74f-0388573df1e5" providerId="ADAL" clId="{FFB3693A-7C0B-4715-8AC1-77A3B2B3C8BA}" dt="2026-05-28T18:21:47.087" v="5"/>
        <pc:sldMkLst>
          <pc:docMk/>
          <pc:sldMk cId="0" sldId="259"/>
        </pc:sldMkLst>
      </pc:sldChg>
      <pc:sldChg chg="add del">
        <pc:chgData name="Marco Buonfantino - marco.buonfantino@studio.unibo.it" userId="bb2fc2ac-3df6-4674-b74f-0388573df1e5" providerId="ADAL" clId="{FFB3693A-7C0B-4715-8AC1-77A3B2B3C8BA}" dt="2026-05-28T18:21:47.087" v="5"/>
        <pc:sldMkLst>
          <pc:docMk/>
          <pc:sldMk cId="0" sldId="260"/>
        </pc:sldMkLst>
      </pc:sldChg>
      <pc:sldChg chg="addSp delSp modSp add del mod">
        <pc:chgData name="Marco Buonfantino - marco.buonfantino@studio.unibo.it" userId="bb2fc2ac-3df6-4674-b74f-0388573df1e5" providerId="ADAL" clId="{FFB3693A-7C0B-4715-8AC1-77A3B2B3C8BA}" dt="2026-05-28T18:47:07.176" v="117" actId="14100"/>
        <pc:sldMkLst>
          <pc:docMk/>
          <pc:sldMk cId="0" sldId="261"/>
        </pc:sldMkLst>
        <pc:spChg chg="mod">
          <ac:chgData name="Marco Buonfantino - marco.buonfantino@studio.unibo.it" userId="bb2fc2ac-3df6-4674-b74f-0388573df1e5" providerId="ADAL" clId="{FFB3693A-7C0B-4715-8AC1-77A3B2B3C8BA}" dt="2026-05-28T18:43:42.189" v="46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Marco Buonfantino - marco.buonfantino@studio.unibo.it" userId="bb2fc2ac-3df6-4674-b74f-0388573df1e5" providerId="ADAL" clId="{FFB3693A-7C0B-4715-8AC1-77A3B2B3C8BA}" dt="2026-05-28T18:44:52.705" v="68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Marco Buonfantino - marco.buonfantino@studio.unibo.it" userId="bb2fc2ac-3df6-4674-b74f-0388573df1e5" providerId="ADAL" clId="{FFB3693A-7C0B-4715-8AC1-77A3B2B3C8BA}" dt="2026-05-28T18:45:54.111" v="100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Marco Buonfantino - marco.buonfantino@studio.unibo.it" userId="bb2fc2ac-3df6-4674-b74f-0388573df1e5" providerId="ADAL" clId="{FFB3693A-7C0B-4715-8AC1-77A3B2B3C8BA}" dt="2026-05-28T18:46:02.137" v="103" actId="1076"/>
          <ac:spMkLst>
            <pc:docMk/>
            <pc:sldMk cId="0" sldId="261"/>
            <ac:spMk id="5" creationId="{00000000-0000-0000-0000-000000000000}"/>
          </ac:spMkLst>
        </pc:spChg>
        <pc:spChg chg="del">
          <ac:chgData name="Marco Buonfantino - marco.buonfantino@studio.unibo.it" userId="bb2fc2ac-3df6-4674-b74f-0388573df1e5" providerId="ADAL" clId="{FFB3693A-7C0B-4715-8AC1-77A3B2B3C8BA}" dt="2026-05-28T18:33:28.885" v="7" actId="21"/>
          <ac:spMkLst>
            <pc:docMk/>
            <pc:sldMk cId="0" sldId="261"/>
            <ac:spMk id="12" creationId="{00000000-0000-0000-0000-000000000000}"/>
          </ac:spMkLst>
        </pc:spChg>
        <pc:spChg chg="mod">
          <ac:chgData name="Marco Buonfantino - marco.buonfantino@studio.unibo.it" userId="bb2fc2ac-3df6-4674-b74f-0388573df1e5" providerId="ADAL" clId="{FFB3693A-7C0B-4715-8AC1-77A3B2B3C8BA}" dt="2026-05-28T18:43:30.698" v="41" actId="14100"/>
          <ac:spMkLst>
            <pc:docMk/>
            <pc:sldMk cId="0" sldId="261"/>
            <ac:spMk id="17" creationId="{00000000-0000-0000-0000-000000000000}"/>
          </ac:spMkLst>
        </pc:spChg>
        <pc:spChg chg="del">
          <ac:chgData name="Marco Buonfantino - marco.buonfantino@studio.unibo.it" userId="bb2fc2ac-3df6-4674-b74f-0388573df1e5" providerId="ADAL" clId="{FFB3693A-7C0B-4715-8AC1-77A3B2B3C8BA}" dt="2026-05-28T18:42:46.756" v="33" actId="21"/>
          <ac:spMkLst>
            <pc:docMk/>
            <pc:sldMk cId="0" sldId="261"/>
            <ac:spMk id="20" creationId="{00000000-0000-0000-0000-000000000000}"/>
          </ac:spMkLst>
        </pc:spChg>
        <pc:spChg chg="del">
          <ac:chgData name="Marco Buonfantino - marco.buonfantino@studio.unibo.it" userId="bb2fc2ac-3df6-4674-b74f-0388573df1e5" providerId="ADAL" clId="{FFB3693A-7C0B-4715-8AC1-77A3B2B3C8BA}" dt="2026-05-28T18:42:45.198" v="32" actId="21"/>
          <ac:spMkLst>
            <pc:docMk/>
            <pc:sldMk cId="0" sldId="261"/>
            <ac:spMk id="21" creationId="{00000000-0000-0000-0000-000000000000}"/>
          </ac:spMkLst>
        </pc:spChg>
        <pc:spChg chg="del mod">
          <ac:chgData name="Marco Buonfantino - marco.buonfantino@studio.unibo.it" userId="bb2fc2ac-3df6-4674-b74f-0388573df1e5" providerId="ADAL" clId="{FFB3693A-7C0B-4715-8AC1-77A3B2B3C8BA}" dt="2026-05-28T18:44:45.263" v="58" actId="21"/>
          <ac:spMkLst>
            <pc:docMk/>
            <pc:sldMk cId="0" sldId="261"/>
            <ac:spMk id="22" creationId="{00000000-0000-0000-0000-000000000000}"/>
          </ac:spMkLst>
        </pc:spChg>
        <pc:spChg chg="del mod ord">
          <ac:chgData name="Marco Buonfantino - marco.buonfantino@studio.unibo.it" userId="bb2fc2ac-3df6-4674-b74f-0388573df1e5" providerId="ADAL" clId="{FFB3693A-7C0B-4715-8AC1-77A3B2B3C8BA}" dt="2026-05-28T18:44:39.008" v="57" actId="21"/>
          <ac:spMkLst>
            <pc:docMk/>
            <pc:sldMk cId="0" sldId="261"/>
            <ac:spMk id="23" creationId="{00000000-0000-0000-0000-000000000000}"/>
          </ac:spMkLst>
        </pc:spChg>
        <pc:spChg chg="add mod ord">
          <ac:chgData name="Marco Buonfantino - marco.buonfantino@studio.unibo.it" userId="bb2fc2ac-3df6-4674-b74f-0388573df1e5" providerId="ADAL" clId="{FFB3693A-7C0B-4715-8AC1-77A3B2B3C8BA}" dt="2026-05-28T18:47:07.176" v="117" actId="14100"/>
          <ac:spMkLst>
            <pc:docMk/>
            <pc:sldMk cId="0" sldId="261"/>
            <ac:spMk id="26" creationId="{0A3ACE2E-9F22-2053-446C-851A2A8A015E}"/>
          </ac:spMkLst>
        </pc:spChg>
        <pc:spChg chg="add mod ord">
          <ac:chgData name="Marco Buonfantino - marco.buonfantino@studio.unibo.it" userId="bb2fc2ac-3df6-4674-b74f-0388573df1e5" providerId="ADAL" clId="{FFB3693A-7C0B-4715-8AC1-77A3B2B3C8BA}" dt="2026-05-28T18:45:39.711" v="98" actId="1076"/>
          <ac:spMkLst>
            <pc:docMk/>
            <pc:sldMk cId="0" sldId="261"/>
            <ac:spMk id="27" creationId="{73748A27-807C-24D0-EA56-B1929FA9FC5D}"/>
          </ac:spMkLst>
        </pc:spChg>
        <pc:spChg chg="add mod">
          <ac:chgData name="Marco Buonfantino - marco.buonfantino@studio.unibo.it" userId="bb2fc2ac-3df6-4674-b74f-0388573df1e5" providerId="ADAL" clId="{FFB3693A-7C0B-4715-8AC1-77A3B2B3C8BA}" dt="2026-05-28T18:45:58.636" v="101"/>
          <ac:spMkLst>
            <pc:docMk/>
            <pc:sldMk cId="0" sldId="261"/>
            <ac:spMk id="29" creationId="{148718F6-4091-30E2-8780-22928A467642}"/>
          </ac:spMkLst>
        </pc:spChg>
        <pc:spChg chg="add mod">
          <ac:chgData name="Marco Buonfantino - marco.buonfantino@studio.unibo.it" userId="bb2fc2ac-3df6-4674-b74f-0388573df1e5" providerId="ADAL" clId="{FFB3693A-7C0B-4715-8AC1-77A3B2B3C8BA}" dt="2026-05-28T18:45:58.636" v="101"/>
          <ac:spMkLst>
            <pc:docMk/>
            <pc:sldMk cId="0" sldId="261"/>
            <ac:spMk id="30" creationId="{9449B546-97AD-644C-9A71-0F4E5C61E157}"/>
          </ac:spMkLst>
        </pc:spChg>
        <pc:spChg chg="add mod">
          <ac:chgData name="Marco Buonfantino - marco.buonfantino@studio.unibo.it" userId="bb2fc2ac-3df6-4674-b74f-0388573df1e5" providerId="ADAL" clId="{FFB3693A-7C0B-4715-8AC1-77A3B2B3C8BA}" dt="2026-05-28T18:45:58.636" v="101"/>
          <ac:spMkLst>
            <pc:docMk/>
            <pc:sldMk cId="0" sldId="261"/>
            <ac:spMk id="31" creationId="{16470CA7-841B-E591-467C-78ED927F0A20}"/>
          </ac:spMkLst>
        </pc:spChg>
        <pc:spChg chg="add mod">
          <ac:chgData name="Marco Buonfantino - marco.buonfantino@studio.unibo.it" userId="bb2fc2ac-3df6-4674-b74f-0388573df1e5" providerId="ADAL" clId="{FFB3693A-7C0B-4715-8AC1-77A3B2B3C8BA}" dt="2026-05-28T18:46:17.316" v="106" actId="14100"/>
          <ac:spMkLst>
            <pc:docMk/>
            <pc:sldMk cId="0" sldId="261"/>
            <ac:spMk id="33" creationId="{B7C77A96-7236-1B52-FAED-0D8FCEB5D086}"/>
          </ac:spMkLst>
        </pc:spChg>
        <pc:spChg chg="add mod">
          <ac:chgData name="Marco Buonfantino - marco.buonfantino@studio.unibo.it" userId="bb2fc2ac-3df6-4674-b74f-0388573df1e5" providerId="ADAL" clId="{FFB3693A-7C0B-4715-8AC1-77A3B2B3C8BA}" dt="2026-05-28T18:46:17.316" v="106" actId="14100"/>
          <ac:spMkLst>
            <pc:docMk/>
            <pc:sldMk cId="0" sldId="261"/>
            <ac:spMk id="34" creationId="{16D86CBD-F05E-1406-8DBE-D83ED5020AD0}"/>
          </ac:spMkLst>
        </pc:spChg>
        <pc:spChg chg="add mod">
          <ac:chgData name="Marco Buonfantino - marco.buonfantino@studio.unibo.it" userId="bb2fc2ac-3df6-4674-b74f-0388573df1e5" providerId="ADAL" clId="{FFB3693A-7C0B-4715-8AC1-77A3B2B3C8BA}" dt="2026-05-28T18:46:17.316" v="106" actId="14100"/>
          <ac:spMkLst>
            <pc:docMk/>
            <pc:sldMk cId="0" sldId="261"/>
            <ac:spMk id="35" creationId="{7B6A9CD8-78DD-3B23-CC65-3395BABF8851}"/>
          </ac:spMkLst>
        </pc:spChg>
        <pc:spChg chg="add mod">
          <ac:chgData name="Marco Buonfantino - marco.buonfantino@studio.unibo.it" userId="bb2fc2ac-3df6-4674-b74f-0388573df1e5" providerId="ADAL" clId="{FFB3693A-7C0B-4715-8AC1-77A3B2B3C8BA}" dt="2026-05-28T18:46:39.999" v="111" actId="14100"/>
          <ac:spMkLst>
            <pc:docMk/>
            <pc:sldMk cId="0" sldId="261"/>
            <ac:spMk id="37" creationId="{00000000-0000-0000-0000-000000000000}"/>
          </ac:spMkLst>
        </pc:spChg>
        <pc:spChg chg="add mod">
          <ac:chgData name="Marco Buonfantino - marco.buonfantino@studio.unibo.it" userId="bb2fc2ac-3df6-4674-b74f-0388573df1e5" providerId="ADAL" clId="{FFB3693A-7C0B-4715-8AC1-77A3B2B3C8BA}" dt="2026-05-28T18:46:39.999" v="111" actId="14100"/>
          <ac:spMkLst>
            <pc:docMk/>
            <pc:sldMk cId="0" sldId="261"/>
            <ac:spMk id="38" creationId="{00000000-0000-0000-0000-000000000000}"/>
          </ac:spMkLst>
        </pc:spChg>
        <pc:spChg chg="add mod">
          <ac:chgData name="Marco Buonfantino - marco.buonfantino@studio.unibo.it" userId="bb2fc2ac-3df6-4674-b74f-0388573df1e5" providerId="ADAL" clId="{FFB3693A-7C0B-4715-8AC1-77A3B2B3C8BA}" dt="2026-05-28T18:46:39.999" v="111" actId="14100"/>
          <ac:spMkLst>
            <pc:docMk/>
            <pc:sldMk cId="0" sldId="261"/>
            <ac:spMk id="39" creationId="{00000000-0000-0000-0000-000000000000}"/>
          </ac:spMkLst>
        </pc:spChg>
        <pc:spChg chg="add mod">
          <ac:chgData name="Marco Buonfantino - marco.buonfantino@studio.unibo.it" userId="bb2fc2ac-3df6-4674-b74f-0388573df1e5" providerId="ADAL" clId="{FFB3693A-7C0B-4715-8AC1-77A3B2B3C8BA}" dt="2026-05-28T18:46:56.601" v="115" actId="14100"/>
          <ac:spMkLst>
            <pc:docMk/>
            <pc:sldMk cId="0" sldId="261"/>
            <ac:spMk id="41" creationId="{00000000-0000-0000-0000-000000000000}"/>
          </ac:spMkLst>
        </pc:spChg>
        <pc:spChg chg="add mod">
          <ac:chgData name="Marco Buonfantino - marco.buonfantino@studio.unibo.it" userId="bb2fc2ac-3df6-4674-b74f-0388573df1e5" providerId="ADAL" clId="{FFB3693A-7C0B-4715-8AC1-77A3B2B3C8BA}" dt="2026-05-28T18:46:56.601" v="115" actId="14100"/>
          <ac:spMkLst>
            <pc:docMk/>
            <pc:sldMk cId="0" sldId="261"/>
            <ac:spMk id="42" creationId="{00000000-0000-0000-0000-000000000000}"/>
          </ac:spMkLst>
        </pc:spChg>
        <pc:spChg chg="add mod">
          <ac:chgData name="Marco Buonfantino - marco.buonfantino@studio.unibo.it" userId="bb2fc2ac-3df6-4674-b74f-0388573df1e5" providerId="ADAL" clId="{FFB3693A-7C0B-4715-8AC1-77A3B2B3C8BA}" dt="2026-05-28T18:46:56.601" v="115" actId="14100"/>
          <ac:spMkLst>
            <pc:docMk/>
            <pc:sldMk cId="0" sldId="261"/>
            <ac:spMk id="43" creationId="{00000000-0000-0000-0000-000000000000}"/>
          </ac:spMkLst>
        </pc:spChg>
        <pc:picChg chg="mod modCrop">
          <ac:chgData name="Marco Buonfantino - marco.buonfantino@studio.unibo.it" userId="bb2fc2ac-3df6-4674-b74f-0388573df1e5" providerId="ADAL" clId="{FFB3693A-7C0B-4715-8AC1-77A3B2B3C8BA}" dt="2026-05-28T18:43:25.995" v="40" actId="1076"/>
          <ac:picMkLst>
            <pc:docMk/>
            <pc:sldMk cId="0" sldId="261"/>
            <ac:picMk id="19" creationId="{00000000-0000-0000-0000-000000000000}"/>
          </ac:picMkLst>
        </pc:picChg>
        <pc:picChg chg="add mod ord">
          <ac:chgData name="Marco Buonfantino - marco.buonfantino@studio.unibo.it" userId="bb2fc2ac-3df6-4674-b74f-0388573df1e5" providerId="ADAL" clId="{FFB3693A-7C0B-4715-8AC1-77A3B2B3C8BA}" dt="2026-05-28T18:47:04.972" v="116" actId="14100"/>
          <ac:picMkLst>
            <pc:docMk/>
            <pc:sldMk cId="0" sldId="261"/>
            <ac:picMk id="28" creationId="{ED60C982-B6D3-FF6C-F201-BF341D743AAF}"/>
          </ac:picMkLst>
        </pc:picChg>
        <pc:picChg chg="add mod">
          <ac:chgData name="Marco Buonfantino - marco.buonfantino@studio.unibo.it" userId="bb2fc2ac-3df6-4674-b74f-0388573df1e5" providerId="ADAL" clId="{FFB3693A-7C0B-4715-8AC1-77A3B2B3C8BA}" dt="2026-05-28T18:45:58.636" v="101"/>
          <ac:picMkLst>
            <pc:docMk/>
            <pc:sldMk cId="0" sldId="261"/>
            <ac:picMk id="32" creationId="{A712E204-266E-94FA-1094-8A5DD59C4C54}"/>
          </ac:picMkLst>
        </pc:picChg>
        <pc:picChg chg="add mod">
          <ac:chgData name="Marco Buonfantino - marco.buonfantino@studio.unibo.it" userId="bb2fc2ac-3df6-4674-b74f-0388573df1e5" providerId="ADAL" clId="{FFB3693A-7C0B-4715-8AC1-77A3B2B3C8BA}" dt="2026-05-28T18:46:17.316" v="106" actId="14100"/>
          <ac:picMkLst>
            <pc:docMk/>
            <pc:sldMk cId="0" sldId="261"/>
            <ac:picMk id="36" creationId="{AD9B1FFC-8E16-EA59-6B0C-D3C45E3EDC86}"/>
          </ac:picMkLst>
        </pc:picChg>
        <pc:picChg chg="add mod">
          <ac:chgData name="Marco Buonfantino - marco.buonfantino@studio.unibo.it" userId="bb2fc2ac-3df6-4674-b74f-0388573df1e5" providerId="ADAL" clId="{FFB3693A-7C0B-4715-8AC1-77A3B2B3C8BA}" dt="2026-05-28T18:46:39.999" v="111" actId="14100"/>
          <ac:picMkLst>
            <pc:docMk/>
            <pc:sldMk cId="0" sldId="261"/>
            <ac:picMk id="40" creationId="{00000000-0000-0000-0000-000000000000}"/>
          </ac:picMkLst>
        </pc:picChg>
        <pc:picChg chg="add mod">
          <ac:chgData name="Marco Buonfantino - marco.buonfantino@studio.unibo.it" userId="bb2fc2ac-3df6-4674-b74f-0388573df1e5" providerId="ADAL" clId="{FFB3693A-7C0B-4715-8AC1-77A3B2B3C8BA}" dt="2026-05-28T18:46:56.601" v="115" actId="14100"/>
          <ac:picMkLst>
            <pc:docMk/>
            <pc:sldMk cId="0" sldId="261"/>
            <ac:picMk id="44" creationId="{00000000-0000-0000-0000-000000000000}"/>
          </ac:picMkLst>
        </pc:picChg>
      </pc:sldChg>
      <pc:sldChg chg="del">
        <pc:chgData name="Marco Buonfantino - marco.buonfantino@studio.unibo.it" userId="bb2fc2ac-3df6-4674-b74f-0388573df1e5" providerId="ADAL" clId="{FFB3693A-7C0B-4715-8AC1-77A3B2B3C8BA}" dt="2026-05-28T18:21:37.462" v="4" actId="2696"/>
        <pc:sldMkLst>
          <pc:docMk/>
          <pc:sldMk cId="0" sldId="262"/>
        </pc:sldMkLst>
      </pc:sldChg>
      <pc:sldChg chg="delSp add del mod">
        <pc:chgData name="Marco Buonfantino - marco.buonfantino@studio.unibo.it" userId="bb2fc2ac-3df6-4674-b74f-0388573df1e5" providerId="ADAL" clId="{FFB3693A-7C0B-4715-8AC1-77A3B2B3C8BA}" dt="2026-05-28T18:47:16.179" v="118" actId="2696"/>
        <pc:sldMkLst>
          <pc:docMk/>
          <pc:sldMk cId="0" sldId="263"/>
        </pc:sldMkLst>
        <pc:spChg chg="del">
          <ac:chgData name="Marco Buonfantino - marco.buonfantino@studio.unibo.it" userId="bb2fc2ac-3df6-4674-b74f-0388573df1e5" providerId="ADAL" clId="{FFB3693A-7C0B-4715-8AC1-77A3B2B3C8BA}" dt="2026-05-28T18:46:25.413" v="107" actId="21"/>
          <ac:spMkLst>
            <pc:docMk/>
            <pc:sldMk cId="0" sldId="263"/>
            <ac:spMk id="13" creationId="{00000000-0000-0000-0000-000000000000}"/>
          </ac:spMkLst>
        </pc:spChg>
        <pc:spChg chg="del">
          <ac:chgData name="Marco Buonfantino - marco.buonfantino@studio.unibo.it" userId="bb2fc2ac-3df6-4674-b74f-0388573df1e5" providerId="ADAL" clId="{FFB3693A-7C0B-4715-8AC1-77A3B2B3C8BA}" dt="2026-05-28T18:46:25.413" v="107" actId="21"/>
          <ac:spMkLst>
            <pc:docMk/>
            <pc:sldMk cId="0" sldId="263"/>
            <ac:spMk id="14" creationId="{00000000-0000-0000-0000-000000000000}"/>
          </ac:spMkLst>
        </pc:spChg>
        <pc:spChg chg="del">
          <ac:chgData name="Marco Buonfantino - marco.buonfantino@studio.unibo.it" userId="bb2fc2ac-3df6-4674-b74f-0388573df1e5" providerId="ADAL" clId="{FFB3693A-7C0B-4715-8AC1-77A3B2B3C8BA}" dt="2026-05-28T18:46:25.413" v="107" actId="21"/>
          <ac:spMkLst>
            <pc:docMk/>
            <pc:sldMk cId="0" sldId="263"/>
            <ac:spMk id="15" creationId="{00000000-0000-0000-0000-000000000000}"/>
          </ac:spMkLst>
        </pc:spChg>
        <pc:spChg chg="del">
          <ac:chgData name="Marco Buonfantino - marco.buonfantino@studio.unibo.it" userId="bb2fc2ac-3df6-4674-b74f-0388573df1e5" providerId="ADAL" clId="{FFB3693A-7C0B-4715-8AC1-77A3B2B3C8BA}" dt="2026-05-28T18:46:29.033" v="108" actId="21"/>
          <ac:spMkLst>
            <pc:docMk/>
            <pc:sldMk cId="0" sldId="263"/>
            <ac:spMk id="16" creationId="{00000000-0000-0000-0000-000000000000}"/>
          </ac:spMkLst>
        </pc:spChg>
        <pc:spChg chg="del">
          <ac:chgData name="Marco Buonfantino - marco.buonfantino@studio.unibo.it" userId="bb2fc2ac-3df6-4674-b74f-0388573df1e5" providerId="ADAL" clId="{FFB3693A-7C0B-4715-8AC1-77A3B2B3C8BA}" dt="2026-05-28T18:46:29.033" v="108" actId="21"/>
          <ac:spMkLst>
            <pc:docMk/>
            <pc:sldMk cId="0" sldId="263"/>
            <ac:spMk id="17" creationId="{00000000-0000-0000-0000-000000000000}"/>
          </ac:spMkLst>
        </pc:spChg>
        <pc:spChg chg="del">
          <ac:chgData name="Marco Buonfantino - marco.buonfantino@studio.unibo.it" userId="bb2fc2ac-3df6-4674-b74f-0388573df1e5" providerId="ADAL" clId="{FFB3693A-7C0B-4715-8AC1-77A3B2B3C8BA}" dt="2026-05-28T18:46:29.033" v="108" actId="21"/>
          <ac:spMkLst>
            <pc:docMk/>
            <pc:sldMk cId="0" sldId="263"/>
            <ac:spMk id="18" creationId="{00000000-0000-0000-0000-000000000000}"/>
          </ac:spMkLst>
        </pc:spChg>
        <pc:spChg chg="del">
          <ac:chgData name="Marco Buonfantino - marco.buonfantino@studio.unibo.it" userId="bb2fc2ac-3df6-4674-b74f-0388573df1e5" providerId="ADAL" clId="{FFB3693A-7C0B-4715-8AC1-77A3B2B3C8BA}" dt="2026-05-28T18:46:44.671" v="112" actId="21"/>
          <ac:spMkLst>
            <pc:docMk/>
            <pc:sldMk cId="0" sldId="263"/>
            <ac:spMk id="19" creationId="{00000000-0000-0000-0000-000000000000}"/>
          </ac:spMkLst>
        </pc:spChg>
        <pc:spChg chg="del">
          <ac:chgData name="Marco Buonfantino - marco.buonfantino@studio.unibo.it" userId="bb2fc2ac-3df6-4674-b74f-0388573df1e5" providerId="ADAL" clId="{FFB3693A-7C0B-4715-8AC1-77A3B2B3C8BA}" dt="2026-05-28T18:46:44.671" v="112" actId="21"/>
          <ac:spMkLst>
            <pc:docMk/>
            <pc:sldMk cId="0" sldId="263"/>
            <ac:spMk id="20" creationId="{00000000-0000-0000-0000-000000000000}"/>
          </ac:spMkLst>
        </pc:spChg>
        <pc:spChg chg="del">
          <ac:chgData name="Marco Buonfantino - marco.buonfantino@studio.unibo.it" userId="bb2fc2ac-3df6-4674-b74f-0388573df1e5" providerId="ADAL" clId="{FFB3693A-7C0B-4715-8AC1-77A3B2B3C8BA}" dt="2026-05-28T18:46:44.671" v="112" actId="21"/>
          <ac:spMkLst>
            <pc:docMk/>
            <pc:sldMk cId="0" sldId="263"/>
            <ac:spMk id="21" creationId="{00000000-0000-0000-0000-000000000000}"/>
          </ac:spMkLst>
        </pc:spChg>
        <pc:picChg chg="del">
          <ac:chgData name="Marco Buonfantino - marco.buonfantino@studio.unibo.it" userId="bb2fc2ac-3df6-4674-b74f-0388573df1e5" providerId="ADAL" clId="{FFB3693A-7C0B-4715-8AC1-77A3B2B3C8BA}" dt="2026-05-28T18:46:25.413" v="107" actId="21"/>
          <ac:picMkLst>
            <pc:docMk/>
            <pc:sldMk cId="0" sldId="263"/>
            <ac:picMk id="22" creationId="{00000000-0000-0000-0000-000000000000}"/>
          </ac:picMkLst>
        </pc:picChg>
        <pc:picChg chg="del">
          <ac:chgData name="Marco Buonfantino - marco.buonfantino@studio.unibo.it" userId="bb2fc2ac-3df6-4674-b74f-0388573df1e5" providerId="ADAL" clId="{FFB3693A-7C0B-4715-8AC1-77A3B2B3C8BA}" dt="2026-05-28T18:46:29.033" v="108" actId="21"/>
          <ac:picMkLst>
            <pc:docMk/>
            <pc:sldMk cId="0" sldId="263"/>
            <ac:picMk id="23" creationId="{00000000-0000-0000-0000-000000000000}"/>
          </ac:picMkLst>
        </pc:picChg>
        <pc:picChg chg="del">
          <ac:chgData name="Marco Buonfantino - marco.buonfantino@studio.unibo.it" userId="bb2fc2ac-3df6-4674-b74f-0388573df1e5" providerId="ADAL" clId="{FFB3693A-7C0B-4715-8AC1-77A3B2B3C8BA}" dt="2026-05-28T18:46:44.671" v="112" actId="21"/>
          <ac:picMkLst>
            <pc:docMk/>
            <pc:sldMk cId="0" sldId="263"/>
            <ac:picMk id="24" creationId="{00000000-0000-0000-0000-000000000000}"/>
          </ac:picMkLst>
        </pc:picChg>
      </pc:sldChg>
      <pc:sldChg chg="add del">
        <pc:chgData name="Marco Buonfantino - marco.buonfantino@studio.unibo.it" userId="bb2fc2ac-3df6-4674-b74f-0388573df1e5" providerId="ADAL" clId="{FFB3693A-7C0B-4715-8AC1-77A3B2B3C8BA}" dt="2026-05-28T18:21:47.087" v="5"/>
        <pc:sldMkLst>
          <pc:docMk/>
          <pc:sldMk cId="0" sldId="264"/>
        </pc:sldMkLst>
      </pc:sldChg>
      <pc:sldChg chg="modSp add del mod">
        <pc:chgData name="Marco Buonfantino - marco.buonfantino@studio.unibo.it" userId="bb2fc2ac-3df6-4674-b74f-0388573df1e5" providerId="ADAL" clId="{FFB3693A-7C0B-4715-8AC1-77A3B2B3C8BA}" dt="2026-05-28T18:42:28.503" v="31" actId="1076"/>
        <pc:sldMkLst>
          <pc:docMk/>
          <pc:sldMk cId="0" sldId="265"/>
        </pc:sldMkLst>
        <pc:spChg chg="mod">
          <ac:chgData name="Marco Buonfantino - marco.buonfantino@studio.unibo.it" userId="bb2fc2ac-3df6-4674-b74f-0388573df1e5" providerId="ADAL" clId="{FFB3693A-7C0B-4715-8AC1-77A3B2B3C8BA}" dt="2026-05-28T18:34:08.228" v="30" actId="20577"/>
          <ac:spMkLst>
            <pc:docMk/>
            <pc:sldMk cId="0" sldId="265"/>
            <ac:spMk id="15" creationId="{00000000-0000-0000-0000-000000000000}"/>
          </ac:spMkLst>
        </pc:spChg>
        <pc:picChg chg="mod">
          <ac:chgData name="Marco Buonfantino - marco.buonfantino@studio.unibo.it" userId="bb2fc2ac-3df6-4674-b74f-0388573df1e5" providerId="ADAL" clId="{FFB3693A-7C0B-4715-8AC1-77A3B2B3C8BA}" dt="2026-05-28T18:42:28.503" v="31" actId="1076"/>
          <ac:picMkLst>
            <pc:docMk/>
            <pc:sldMk cId="0" sldId="265"/>
            <ac:picMk id="25" creationId="{CBFBADEF-74AF-5A5B-66D2-B59A12AAFEDC}"/>
          </ac:picMkLst>
        </pc:picChg>
      </pc:sldChg>
      <pc:sldChg chg="del">
        <pc:chgData name="Marco Buonfantino - marco.buonfantino@studio.unibo.it" userId="bb2fc2ac-3df6-4674-b74f-0388573df1e5" providerId="ADAL" clId="{FFB3693A-7C0B-4715-8AC1-77A3B2B3C8BA}" dt="2026-05-28T18:21:37.462" v="4" actId="2696"/>
        <pc:sldMkLst>
          <pc:docMk/>
          <pc:sldMk cId="0" sldId="266"/>
        </pc:sldMkLst>
      </pc:sldChg>
      <pc:sldChg chg="del">
        <pc:chgData name="Marco Buonfantino - marco.buonfantino@studio.unibo.it" userId="bb2fc2ac-3df6-4674-b74f-0388573df1e5" providerId="ADAL" clId="{FFB3693A-7C0B-4715-8AC1-77A3B2B3C8BA}" dt="2026-05-28T18:21:37.462" v="4" actId="2696"/>
        <pc:sldMkLst>
          <pc:docMk/>
          <pc:sldMk cId="0" sldId="267"/>
        </pc:sldMkLst>
      </pc:sldChg>
      <pc:sldChg chg="add del">
        <pc:chgData name="Marco Buonfantino - marco.buonfantino@studio.unibo.it" userId="bb2fc2ac-3df6-4674-b74f-0388573df1e5" providerId="ADAL" clId="{FFB3693A-7C0B-4715-8AC1-77A3B2B3C8BA}" dt="2026-05-28T18:21:37.462" v="4" actId="2696"/>
        <pc:sldMkLst>
          <pc:docMk/>
          <pc:sldMk cId="0" sldId="276"/>
        </pc:sldMkLst>
      </pc:sldChg>
      <pc:sldChg chg="add del">
        <pc:chgData name="Marco Buonfantino - marco.buonfantino@studio.unibo.it" userId="bb2fc2ac-3df6-4674-b74f-0388573df1e5" providerId="ADAL" clId="{FFB3693A-7C0B-4715-8AC1-77A3B2B3C8BA}" dt="2026-05-28T18:21:37.462" v="4" actId="2696"/>
        <pc:sldMkLst>
          <pc:docMk/>
          <pc:sldMk cId="0" sldId="277"/>
        </pc:sldMkLst>
      </pc:sldChg>
      <pc:sldChg chg="add del">
        <pc:chgData name="Marco Buonfantino - marco.buonfantino@studio.unibo.it" userId="bb2fc2ac-3df6-4674-b74f-0388573df1e5" providerId="ADAL" clId="{FFB3693A-7C0B-4715-8AC1-77A3B2B3C8BA}" dt="2026-05-28T18:21:37.462" v="4" actId="2696"/>
        <pc:sldMkLst>
          <pc:docMk/>
          <pc:sldMk cId="0" sldId="278"/>
        </pc:sldMkLst>
      </pc:sldChg>
      <pc:sldChg chg="add del">
        <pc:chgData name="Marco Buonfantino - marco.buonfantino@studio.unibo.it" userId="bb2fc2ac-3df6-4674-b74f-0388573df1e5" providerId="ADAL" clId="{FFB3693A-7C0B-4715-8AC1-77A3B2B3C8BA}" dt="2026-05-28T18:21:37.462" v="4" actId="2696"/>
        <pc:sldMkLst>
          <pc:docMk/>
          <pc:sldMk cId="0" sldId="279"/>
        </pc:sldMkLst>
      </pc:sldChg>
      <pc:sldChg chg="add del">
        <pc:chgData name="Marco Buonfantino - marco.buonfantino@studio.unibo.it" userId="bb2fc2ac-3df6-4674-b74f-0388573df1e5" providerId="ADAL" clId="{FFB3693A-7C0B-4715-8AC1-77A3B2B3C8BA}" dt="2026-05-28T18:21:37.462" v="4" actId="2696"/>
        <pc:sldMkLst>
          <pc:docMk/>
          <pc:sldMk cId="0" sldId="280"/>
        </pc:sldMkLst>
      </pc:sldChg>
      <pc:sldChg chg="add del">
        <pc:chgData name="Marco Buonfantino - marco.buonfantino@studio.unibo.it" userId="bb2fc2ac-3df6-4674-b74f-0388573df1e5" providerId="ADAL" clId="{FFB3693A-7C0B-4715-8AC1-77A3B2B3C8BA}" dt="2026-05-28T18:21:37.462" v="4" actId="2696"/>
        <pc:sldMkLst>
          <pc:docMk/>
          <pc:sldMk cId="0" sldId="281"/>
        </pc:sldMkLst>
      </pc:sldChg>
      <pc:sldChg chg="add del">
        <pc:chgData name="Marco Buonfantino - marco.buonfantino@studio.unibo.it" userId="bb2fc2ac-3df6-4674-b74f-0388573df1e5" providerId="ADAL" clId="{FFB3693A-7C0B-4715-8AC1-77A3B2B3C8BA}" dt="2026-05-28T18:21:37.462" v="4" actId="2696"/>
        <pc:sldMkLst>
          <pc:docMk/>
          <pc:sldMk cId="0" sldId="282"/>
        </pc:sldMkLst>
      </pc:sldChg>
      <pc:sldChg chg="add del">
        <pc:chgData name="Marco Buonfantino - marco.buonfantino@studio.unibo.it" userId="bb2fc2ac-3df6-4674-b74f-0388573df1e5" providerId="ADAL" clId="{FFB3693A-7C0B-4715-8AC1-77A3B2B3C8BA}" dt="2026-05-28T18:21:37.462" v="4" actId="2696"/>
        <pc:sldMkLst>
          <pc:docMk/>
          <pc:sldMk cId="0" sldId="2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056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0.jpeg"/><Relationship Id="rId18" Type="http://schemas.openxmlformats.org/officeDocument/2006/relationships/image" Target="../media/image14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9.jpeg"/><Relationship Id="rId17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2.png"/><Relationship Id="rId20" Type="http://schemas.openxmlformats.org/officeDocument/2006/relationships/image" Target="../media/image1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8.jpeg"/><Relationship Id="rId5" Type="http://schemas.openxmlformats.org/officeDocument/2006/relationships/image" Target="../media/image3.svg"/><Relationship Id="rId15" Type="http://schemas.openxmlformats.org/officeDocument/2006/relationships/image" Target="../media/image11.jpeg"/><Relationship Id="rId10" Type="http://schemas.openxmlformats.org/officeDocument/2006/relationships/hyperlink" Target="http://mechanics.stackexchange.com/questions/24500/what-exactly-is-a-piston" TargetMode="External"/><Relationship Id="rId19" Type="http://schemas.openxmlformats.org/officeDocument/2006/relationships/image" Target="../media/image15.png"/><Relationship Id="rId4" Type="http://schemas.openxmlformats.org/officeDocument/2006/relationships/image" Target="../media/image2.svg"/><Relationship Id="rId9" Type="http://schemas.openxmlformats.org/officeDocument/2006/relationships/image" Target="../media/image7.jpeg"/><Relationship Id="rId14" Type="http://schemas.openxmlformats.org/officeDocument/2006/relationships/hyperlink" Target="http://mechanics.stackexchange.com/tags/brake-rotor/info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svg"/><Relationship Id="rId12" Type="http://schemas.openxmlformats.org/officeDocument/2006/relationships/image" Target="../media/image3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1.svg"/><Relationship Id="rId5" Type="http://schemas.openxmlformats.org/officeDocument/2006/relationships/image" Target="../media/image26.svg"/><Relationship Id="rId10" Type="http://schemas.openxmlformats.org/officeDocument/2006/relationships/image" Target="../media/image5.png"/><Relationship Id="rId4" Type="http://schemas.openxmlformats.org/officeDocument/2006/relationships/image" Target="../media/image25.svg"/><Relationship Id="rId9" Type="http://schemas.openxmlformats.org/officeDocument/2006/relationships/image" Target="../media/image3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svg"/><Relationship Id="rId10" Type="http://schemas.openxmlformats.org/officeDocument/2006/relationships/image" Target="../media/image40.svg"/><Relationship Id="rId4" Type="http://schemas.openxmlformats.org/officeDocument/2006/relationships/image" Target="../media/image34.png"/><Relationship Id="rId9" Type="http://schemas.openxmlformats.org/officeDocument/2006/relationships/image" Target="../media/image3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2.png"/><Relationship Id="rId7" Type="http://schemas.openxmlformats.org/officeDocument/2006/relationships/image" Target="../media/image4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svg"/><Relationship Id="rId5" Type="http://schemas.openxmlformats.org/officeDocument/2006/relationships/image" Target="../media/image44.svg"/><Relationship Id="rId4" Type="http://schemas.openxmlformats.org/officeDocument/2006/relationships/image" Target="../media/image43.svg"/><Relationship Id="rId9" Type="http://schemas.openxmlformats.org/officeDocument/2006/relationships/image" Target="../media/image4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8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sv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jpeg"/><Relationship Id="rId5" Type="http://schemas.openxmlformats.org/officeDocument/2006/relationships/image" Target="../media/image59.png"/><Relationship Id="rId4" Type="http://schemas.openxmlformats.org/officeDocument/2006/relationships/image" Target="../media/image5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svg"/><Relationship Id="rId5" Type="http://schemas.openxmlformats.org/officeDocument/2006/relationships/image" Target="../media/image34.png"/><Relationship Id="rId4" Type="http://schemas.openxmlformats.org/officeDocument/2006/relationships/image" Target="../media/image6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5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6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8.jpg"/><Relationship Id="rId4" Type="http://schemas.openxmlformats.org/officeDocument/2006/relationships/image" Target="../media/image67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svg"/><Relationship Id="rId3" Type="http://schemas.openxmlformats.org/officeDocument/2006/relationships/image" Target="../media/image69.png"/><Relationship Id="rId7" Type="http://schemas.openxmlformats.org/officeDocument/2006/relationships/image" Target="../media/image73.svg"/><Relationship Id="rId12" Type="http://schemas.openxmlformats.org/officeDocument/2006/relationships/image" Target="../media/image7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11" Type="http://schemas.openxmlformats.org/officeDocument/2006/relationships/image" Target="../media/image77.svg"/><Relationship Id="rId5" Type="http://schemas.openxmlformats.org/officeDocument/2006/relationships/image" Target="../media/image71.svg"/><Relationship Id="rId15" Type="http://schemas.openxmlformats.org/officeDocument/2006/relationships/image" Target="../media/image80.svg"/><Relationship Id="rId10" Type="http://schemas.openxmlformats.org/officeDocument/2006/relationships/image" Target="../media/image76.png"/><Relationship Id="rId4" Type="http://schemas.openxmlformats.org/officeDocument/2006/relationships/image" Target="../media/image70.svg"/><Relationship Id="rId9" Type="http://schemas.openxmlformats.org/officeDocument/2006/relationships/image" Target="../media/image75.svg"/><Relationship Id="rId1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800"/>
            <a:ext cx="9144000" cy="5143500"/>
          </a:xfrm>
          <a:prstGeom prst="rect">
            <a:avLst/>
          </a:prstGeom>
          <a:solidFill>
            <a:srgbClr val="F5F1E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-112"/>
            <a:ext cx="9144000" cy="61912"/>
          </a:xfrm>
          <a:prstGeom prst="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5123706"/>
            <a:ext cx="3200400" cy="1905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47799" y="308111"/>
            <a:ext cx="38100" cy="180975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22635" y="315218"/>
            <a:ext cx="4343400" cy="1538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kern="0" spc="259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ALMA MATER STUDIORUM — UNIVERSITY of BOLOGNA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547687" y="1099560"/>
            <a:ext cx="804862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spcAft>
                <a:spcPts val="1215"/>
              </a:spcAft>
              <a:buNone/>
            </a:pPr>
            <a:r>
              <a:rPr lang="en-US" sz="790" kern="0" spc="198" dirty="0">
                <a:solidFill>
                  <a:srgbClr val="C241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PMAO PROJECT · FINAL REPORT · ACADEMIC YEAR 2025/2026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47686" y="1590899"/>
            <a:ext cx="8048625" cy="12525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925"/>
              </a:lnSpc>
              <a:buNone/>
            </a:pPr>
            <a:r>
              <a:rPr lang="en-US" sz="5180" b="1" kern="0" spc="-130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Decision Support System</a:t>
            </a:r>
            <a:endParaRPr lang="en-US" sz="5180" dirty="0"/>
          </a:p>
        </p:txBody>
      </p:sp>
      <p:sp>
        <p:nvSpPr>
          <p:cNvPr id="9" name="Text 7"/>
          <p:cNvSpPr/>
          <p:nvPr/>
        </p:nvSpPr>
        <p:spPr>
          <a:xfrm>
            <a:off x="547685" y="2838535"/>
            <a:ext cx="8048625" cy="3476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22"/>
              </a:lnSpc>
              <a:spcBef>
                <a:spcPts val="810"/>
              </a:spcBef>
              <a:buNone/>
            </a:pPr>
            <a:r>
              <a:rPr lang="en-US" sz="2590" kern="0" spc="-65" dirty="0">
                <a:solidFill>
                  <a:srgbClr val="14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 an automotive manufacturing facility</a:t>
            </a:r>
            <a:endParaRPr lang="en-US" sz="2590" dirty="0"/>
          </a:p>
        </p:txBody>
      </p:sp>
      <p:sp>
        <p:nvSpPr>
          <p:cNvPr id="10" name="Text 8"/>
          <p:cNvSpPr/>
          <p:nvPr/>
        </p:nvSpPr>
        <p:spPr>
          <a:xfrm>
            <a:off x="548804" y="4126967"/>
            <a:ext cx="170497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spcAft>
                <a:spcPts val="486"/>
              </a:spcAft>
              <a:buNone/>
            </a:pPr>
            <a:r>
              <a:rPr lang="en-US" sz="720" kern="0" spc="18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AUTHORS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548804" y="4326285"/>
            <a:ext cx="1704975" cy="2286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14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Marco Buonfantino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548804" y="4554885"/>
            <a:ext cx="1704975" cy="2286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14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Andrea Cevenini</a:t>
            </a:r>
            <a:endParaRPr lang="en-US" sz="14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A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3" name="Text 1"/>
          <p:cNvSpPr/>
          <p:nvPr/>
        </p:nvSpPr>
        <p:spPr>
          <a:xfrm>
            <a:off x="549548" y="312181"/>
            <a:ext cx="1423987" cy="12997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216" dirty="0">
                <a:solidFill>
                  <a:srgbClr val="6B7280"/>
                </a:solidFill>
                <a:latin typeface="IBM Plex Mono" pitchFamily="34" charset="0"/>
              </a:rPr>
              <a:t>INTRODUCTION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47688" y="616334"/>
            <a:ext cx="8303014" cy="3908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024"/>
              </a:lnSpc>
              <a:buNone/>
            </a:pPr>
            <a:r>
              <a:rPr lang="en-US" sz="3020" b="1" kern="0" spc="-76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Manufacturing Environment and DSS Architecture</a:t>
            </a:r>
            <a:endParaRPr lang="en-US" sz="3020" dirty="0"/>
          </a:p>
        </p:txBody>
      </p:sp>
      <p:sp>
        <p:nvSpPr>
          <p:cNvPr id="5" name="Text 3"/>
          <p:cNvSpPr/>
          <p:nvPr/>
        </p:nvSpPr>
        <p:spPr>
          <a:xfrm>
            <a:off x="547613" y="1265467"/>
            <a:ext cx="7982371" cy="44428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75"/>
              </a:lnSpc>
              <a:buNone/>
            </a:pPr>
            <a:r>
              <a:rPr lang="en-US" sz="1200" dirty="0">
                <a:solidFill>
                  <a:srgbClr val="14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flexible </a:t>
            </a:r>
            <a:r>
              <a:rPr lang="en-US" sz="1200" b="1" dirty="0">
                <a:solidFill>
                  <a:srgbClr val="1B3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Factory</a:t>
            </a:r>
            <a:r>
              <a:rPr lang="en-US" sz="1200" dirty="0">
                <a:solidFill>
                  <a:srgbClr val="14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producing six automotive families    Brakes, Clutches, Pistons, Shafts, Shifts, Wheels. Each product has multi-stage cycles and complex BoM routed across distinct work centers.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7613" y="1954448"/>
            <a:ext cx="1228725" cy="866775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57151" y="2061902"/>
            <a:ext cx="1009650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50" kern="0" spc="162" dirty="0">
                <a:solidFill>
                  <a:srgbClr val="C241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P01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657151" y="2235994"/>
            <a:ext cx="1009650" cy="2762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60"/>
              </a:lnSpc>
              <a:spcBef>
                <a:spcPts val="405"/>
              </a:spcBef>
              <a:buNone/>
            </a:pPr>
            <a:r>
              <a:rPr lang="en-US" sz="1730" b="1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Brake</a:t>
            </a:r>
            <a:endParaRPr lang="en-US" sz="1730" dirty="0"/>
          </a:p>
        </p:txBody>
      </p:sp>
      <p:sp>
        <p:nvSpPr>
          <p:cNvPr id="10" name="Shape 8"/>
          <p:cNvSpPr/>
          <p:nvPr/>
        </p:nvSpPr>
        <p:spPr>
          <a:xfrm>
            <a:off x="1911586" y="1954448"/>
            <a:ext cx="1228725" cy="866775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021123" y="2061902"/>
            <a:ext cx="1009650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50" kern="0" spc="162" dirty="0">
                <a:solidFill>
                  <a:srgbClr val="C241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P02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2021123" y="2235994"/>
            <a:ext cx="1009650" cy="2762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60"/>
              </a:lnSpc>
              <a:spcBef>
                <a:spcPts val="405"/>
              </a:spcBef>
              <a:buNone/>
            </a:pPr>
            <a:r>
              <a:rPr lang="en-US" sz="1730" b="1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Clutch</a:t>
            </a:r>
            <a:endParaRPr lang="en-US" sz="1730" dirty="0"/>
          </a:p>
        </p:txBody>
      </p:sp>
      <p:sp>
        <p:nvSpPr>
          <p:cNvPr id="14" name="Shape 12"/>
          <p:cNvSpPr/>
          <p:nvPr/>
        </p:nvSpPr>
        <p:spPr>
          <a:xfrm>
            <a:off x="3275595" y="1954448"/>
            <a:ext cx="1228725" cy="866775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385133" y="2061902"/>
            <a:ext cx="1009650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50" kern="0" spc="162" dirty="0">
                <a:solidFill>
                  <a:srgbClr val="C241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P03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3385133" y="2235994"/>
            <a:ext cx="1009650" cy="2762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60"/>
              </a:lnSpc>
              <a:spcBef>
                <a:spcPts val="405"/>
              </a:spcBef>
              <a:buNone/>
            </a:pPr>
            <a:r>
              <a:rPr lang="en-US" sz="1730" b="1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Shift</a:t>
            </a:r>
            <a:endParaRPr lang="en-US" sz="1730" dirty="0"/>
          </a:p>
        </p:txBody>
      </p:sp>
      <p:sp>
        <p:nvSpPr>
          <p:cNvPr id="18" name="Shape 16"/>
          <p:cNvSpPr/>
          <p:nvPr/>
        </p:nvSpPr>
        <p:spPr>
          <a:xfrm>
            <a:off x="4639605" y="1954448"/>
            <a:ext cx="1228725" cy="866775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749143" y="2061902"/>
            <a:ext cx="1009650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50" kern="0" spc="162" dirty="0">
                <a:solidFill>
                  <a:srgbClr val="C241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P04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4749143" y="2235994"/>
            <a:ext cx="1009650" cy="2762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60"/>
              </a:lnSpc>
              <a:spcBef>
                <a:spcPts val="405"/>
              </a:spcBef>
              <a:buNone/>
            </a:pPr>
            <a:r>
              <a:rPr lang="en-US" sz="1730" b="1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Piston</a:t>
            </a:r>
            <a:endParaRPr lang="en-US" sz="1730" dirty="0"/>
          </a:p>
        </p:txBody>
      </p:sp>
      <p:sp>
        <p:nvSpPr>
          <p:cNvPr id="22" name="Shape 20"/>
          <p:cNvSpPr/>
          <p:nvPr/>
        </p:nvSpPr>
        <p:spPr>
          <a:xfrm>
            <a:off x="4639122" y="2868011"/>
            <a:ext cx="1228725" cy="866775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748659" y="2975465"/>
            <a:ext cx="1009650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50" kern="0" spc="162" dirty="0">
                <a:solidFill>
                  <a:srgbClr val="C241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P05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748659" y="3149557"/>
            <a:ext cx="1009650" cy="2762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60"/>
              </a:lnSpc>
              <a:spcBef>
                <a:spcPts val="405"/>
              </a:spcBef>
              <a:buNone/>
            </a:pPr>
            <a:r>
              <a:rPr lang="en-US" sz="1730" b="1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Shaft</a:t>
            </a:r>
            <a:endParaRPr lang="en-US" sz="1730" dirty="0"/>
          </a:p>
        </p:txBody>
      </p:sp>
      <p:sp>
        <p:nvSpPr>
          <p:cNvPr id="26" name="Shape 24"/>
          <p:cNvSpPr/>
          <p:nvPr/>
        </p:nvSpPr>
        <p:spPr>
          <a:xfrm>
            <a:off x="4639605" y="3781574"/>
            <a:ext cx="1228725" cy="866775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749142" y="3889028"/>
            <a:ext cx="1009650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50" kern="0" spc="162" dirty="0">
                <a:solidFill>
                  <a:srgbClr val="C241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P06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749142" y="4063120"/>
            <a:ext cx="1009650" cy="2762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60"/>
              </a:lnSpc>
              <a:spcBef>
                <a:spcPts val="405"/>
              </a:spcBef>
              <a:buNone/>
            </a:pPr>
            <a:r>
              <a:rPr lang="en-US" sz="1730" b="1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Wheel</a:t>
            </a:r>
            <a:endParaRPr lang="en-US" sz="1730" dirty="0"/>
          </a:p>
        </p:txBody>
      </p:sp>
      <p:sp>
        <p:nvSpPr>
          <p:cNvPr id="30" name="Shape 28"/>
          <p:cNvSpPr/>
          <p:nvPr/>
        </p:nvSpPr>
        <p:spPr>
          <a:xfrm>
            <a:off x="1308109" y="3053387"/>
            <a:ext cx="2500313" cy="614363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1308109" y="3156711"/>
            <a:ext cx="2500313" cy="2905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4"/>
              </a:lnSpc>
              <a:buNone/>
            </a:pPr>
            <a:r>
              <a:rPr lang="en-US" sz="2300" b="1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</a:t>
            </a:r>
            <a:endParaRPr lang="en-US" sz="2300" dirty="0"/>
          </a:p>
        </p:txBody>
      </p:sp>
      <p:sp>
        <p:nvSpPr>
          <p:cNvPr id="32" name="Text 30"/>
          <p:cNvSpPr/>
          <p:nvPr/>
        </p:nvSpPr>
        <p:spPr>
          <a:xfrm>
            <a:off x="1308109" y="3490347"/>
            <a:ext cx="2500313" cy="16619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4"/>
              </a:lnSpc>
              <a:spcBef>
                <a:spcPts val="324"/>
              </a:spcBef>
              <a:buNone/>
            </a:pPr>
            <a:r>
              <a:rPr lang="en-US" sz="94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machine types (M01 → M21)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1310044" y="3790986"/>
            <a:ext cx="2500313" cy="614363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1310044" y="3894310"/>
            <a:ext cx="2500313" cy="2905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4"/>
              </a:lnSpc>
              <a:buNone/>
            </a:pPr>
            <a:r>
              <a:rPr lang="en-US" sz="2300" b="1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13</a:t>
            </a:r>
            <a:endParaRPr lang="en-US" sz="2300" dirty="0"/>
          </a:p>
        </p:txBody>
      </p:sp>
      <p:sp>
        <p:nvSpPr>
          <p:cNvPr id="35" name="Text 33"/>
          <p:cNvSpPr/>
          <p:nvPr/>
        </p:nvSpPr>
        <p:spPr>
          <a:xfrm>
            <a:off x="1310044" y="4227946"/>
            <a:ext cx="2500313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4"/>
              </a:lnSpc>
              <a:spcBef>
                <a:spcPts val="324"/>
              </a:spcBef>
              <a:buNone/>
            </a:pPr>
            <a:r>
              <a:rPr lang="en-US" sz="94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manual assembly benches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6095554" y="3497349"/>
            <a:ext cx="2500313" cy="614363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547688" y="4707908"/>
            <a:ext cx="8048625" cy="11900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80" kern="0" spc="171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PMAO · BUONFANTINO · CEVENINI						       03</a:t>
            </a:r>
            <a:endParaRPr lang="en-US" sz="680" dirty="0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8109" y="3052196"/>
            <a:ext cx="2500313" cy="614363"/>
          </a:xfrm>
          <a:prstGeom prst="rect">
            <a:avLst/>
          </a:prstGeom>
        </p:spPr>
      </p:pic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0044" y="3790986"/>
            <a:ext cx="2500313" cy="614363"/>
          </a:xfrm>
          <a:prstGeom prst="rect">
            <a:avLst/>
          </a:prstGeom>
        </p:spPr>
      </p:pic>
      <p:pic>
        <p:nvPicPr>
          <p:cNvPr id="47" name="Immagine 111" descr="Cambio automatico: come funziona, lettere e differenza con il manuale -  alVolante.it">
            <a:extLst>
              <a:ext uri="{FF2B5EF4-FFF2-40B4-BE49-F238E27FC236}">
                <a16:creationId xmlns:a16="http://schemas.microsoft.com/office/drawing/2014/main" id="{B499E728-C283-9828-099F-462A49992A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3" t="4894" r="14641" b="-1"/>
          <a:stretch/>
        </p:blipFill>
        <p:spPr bwMode="auto">
          <a:xfrm>
            <a:off x="3863550" y="2008521"/>
            <a:ext cx="598875" cy="521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7688" y="4648349"/>
            <a:ext cx="8048625" cy="238125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52EA3419-ACB3-43F4-A097-F2421E3940D5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rcRect l="25954" r="10225"/>
          <a:stretch/>
        </p:blipFill>
        <p:spPr>
          <a:xfrm>
            <a:off x="5337790" y="2013856"/>
            <a:ext cx="484367" cy="6916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5" name="Immagine 62" descr="Car Drive Shaft, Maruti Swift at ₹ 950/piece in New Delhi | ID: 16855304297">
            <a:extLst>
              <a:ext uri="{FF2B5EF4-FFF2-40B4-BE49-F238E27FC236}">
                <a16:creationId xmlns:a16="http://schemas.microsoft.com/office/drawing/2014/main" id="{AC3AAE96-669A-B714-48E6-72C6A982B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0018" y="2922084"/>
            <a:ext cx="523172" cy="517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Immagine 87" descr="23,400+ Car Rims Stock Photos, Pictures &amp; Royalty-Free Images - iStock |  Big car rims, Car rims isolated, Car rims white background">
            <a:extLst>
              <a:ext uri="{FF2B5EF4-FFF2-40B4-BE49-F238E27FC236}">
                <a16:creationId xmlns:a16="http://schemas.microsoft.com/office/drawing/2014/main" id="{02088B8F-B058-3BE4-A7C4-5C7EE7C8F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3819" y="3839725"/>
            <a:ext cx="494028" cy="467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F691FE5-2291-B03A-12A9-902835B57FE9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4"/>
              </a:ext>
            </a:extLst>
          </a:blip>
          <a:stretch>
            <a:fillRect/>
          </a:stretch>
        </p:blipFill>
        <p:spPr>
          <a:xfrm>
            <a:off x="1215692" y="2010548"/>
            <a:ext cx="515561" cy="506066"/>
          </a:xfrm>
          <a:prstGeom prst="rect">
            <a:avLst/>
          </a:prstGeom>
          <a:ln>
            <a:noFill/>
          </a:ln>
          <a:effectLst>
            <a:softEdge rad="12700"/>
          </a:effectLst>
        </p:spPr>
      </p:pic>
      <p:pic>
        <p:nvPicPr>
          <p:cNvPr id="49" name="Immagine 5" descr="Clutch: definition, working, functions, types, parts,problems -  Studentlesson">
            <a:extLst>
              <a:ext uri="{FF2B5EF4-FFF2-40B4-BE49-F238E27FC236}">
                <a16:creationId xmlns:a16="http://schemas.microsoft.com/office/drawing/2014/main" id="{679A9739-CC0A-4413-A037-60FC05EFC2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69" r="10263"/>
          <a:stretch/>
        </p:blipFill>
        <p:spPr bwMode="auto">
          <a:xfrm>
            <a:off x="2510552" y="1984921"/>
            <a:ext cx="633595" cy="41589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Text 6">
            <a:extLst>
              <a:ext uri="{FF2B5EF4-FFF2-40B4-BE49-F238E27FC236}">
                <a16:creationId xmlns:a16="http://schemas.microsoft.com/office/drawing/2014/main" id="{7890CFA0-DCFA-0A1E-B9C2-2A7373BB1814}"/>
              </a:ext>
            </a:extLst>
          </p:cNvPr>
          <p:cNvSpPr/>
          <p:nvPr/>
        </p:nvSpPr>
        <p:spPr>
          <a:xfrm>
            <a:off x="6250827" y="1966724"/>
            <a:ext cx="2843733" cy="12997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spcAft>
                <a:spcPts val="607"/>
              </a:spcAft>
              <a:buNone/>
            </a:pPr>
            <a:r>
              <a:rPr lang="en-US" sz="720" kern="0" spc="180" dirty="0">
                <a:solidFill>
                  <a:srgbClr val="C241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DSS PIPELINE</a:t>
            </a:r>
            <a:endParaRPr lang="en-US" sz="720" dirty="0"/>
          </a:p>
        </p:txBody>
      </p:sp>
      <p:sp>
        <p:nvSpPr>
          <p:cNvPr id="60" name="Shape 7">
            <a:extLst>
              <a:ext uri="{FF2B5EF4-FFF2-40B4-BE49-F238E27FC236}">
                <a16:creationId xmlns:a16="http://schemas.microsoft.com/office/drawing/2014/main" id="{1B32FF0D-DE57-E36A-D1AA-1FB490E7CF20}"/>
              </a:ext>
            </a:extLst>
          </p:cNvPr>
          <p:cNvSpPr/>
          <p:nvPr/>
        </p:nvSpPr>
        <p:spPr>
          <a:xfrm>
            <a:off x="6250827" y="2180925"/>
            <a:ext cx="2843733" cy="509587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E8981069-FC7A-2868-7831-9104742D5F4B}"/>
              </a:ext>
            </a:extLst>
          </p:cNvPr>
          <p:cNvSpPr/>
          <p:nvPr/>
        </p:nvSpPr>
        <p:spPr>
          <a:xfrm>
            <a:off x="6437867" y="2231898"/>
            <a:ext cx="2706133" cy="20858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10"/>
              </a:lnSpc>
              <a:buNone/>
            </a:pPr>
            <a:r>
              <a:rPr lang="en-US" sz="1370" b="1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MS Access Database</a:t>
            </a:r>
            <a:endParaRPr lang="en-US" sz="1370" dirty="0"/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D112848D-2AA7-011B-1D39-ED43E2FAFD95}"/>
              </a:ext>
            </a:extLst>
          </p:cNvPr>
          <p:cNvSpPr/>
          <p:nvPr/>
        </p:nvSpPr>
        <p:spPr>
          <a:xfrm>
            <a:off x="6437867" y="2449038"/>
            <a:ext cx="2706133" cy="18049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machines · suppliers · calendar etc.</a:t>
            </a:r>
            <a:endParaRPr lang="en-US" sz="1080" dirty="0"/>
          </a:p>
        </p:txBody>
      </p:sp>
      <p:sp>
        <p:nvSpPr>
          <p:cNvPr id="63" name="Text 10">
            <a:extLst>
              <a:ext uri="{FF2B5EF4-FFF2-40B4-BE49-F238E27FC236}">
                <a16:creationId xmlns:a16="http://schemas.microsoft.com/office/drawing/2014/main" id="{508F9373-9F7C-FBAC-9E46-7D3C76738CD0}"/>
              </a:ext>
            </a:extLst>
          </p:cNvPr>
          <p:cNvSpPr/>
          <p:nvPr/>
        </p:nvSpPr>
        <p:spPr>
          <a:xfrm>
            <a:off x="6386075" y="2730138"/>
            <a:ext cx="2744943" cy="25994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60"/>
              </a:lnSpc>
              <a:spcBef>
                <a:spcPts val="324"/>
              </a:spcBef>
              <a:spcAft>
                <a:spcPts val="324"/>
              </a:spcAft>
              <a:buNone/>
            </a:pPr>
            <a:r>
              <a:rPr lang="en-US" sz="1440" dirty="0">
                <a:solidFill>
                  <a:srgbClr val="C241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↓</a:t>
            </a:r>
            <a:endParaRPr lang="en-US" sz="1440" dirty="0"/>
          </a:p>
        </p:txBody>
      </p:sp>
      <p:sp>
        <p:nvSpPr>
          <p:cNvPr id="64" name="Shape 11">
            <a:extLst>
              <a:ext uri="{FF2B5EF4-FFF2-40B4-BE49-F238E27FC236}">
                <a16:creationId xmlns:a16="http://schemas.microsoft.com/office/drawing/2014/main" id="{7181F687-C5CA-9EC9-5209-84AAAF5BC0DF}"/>
              </a:ext>
            </a:extLst>
          </p:cNvPr>
          <p:cNvSpPr/>
          <p:nvPr/>
        </p:nvSpPr>
        <p:spPr>
          <a:xfrm>
            <a:off x="6250827" y="3045988"/>
            <a:ext cx="2843733" cy="509587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65" name="Text 12">
            <a:extLst>
              <a:ext uri="{FF2B5EF4-FFF2-40B4-BE49-F238E27FC236}">
                <a16:creationId xmlns:a16="http://schemas.microsoft.com/office/drawing/2014/main" id="{67390C19-2BE2-D8E0-37C3-EBADFF60293D}"/>
              </a:ext>
            </a:extLst>
          </p:cNvPr>
          <p:cNvSpPr/>
          <p:nvPr/>
        </p:nvSpPr>
        <p:spPr>
          <a:xfrm>
            <a:off x="6437867" y="3096962"/>
            <a:ext cx="2706133" cy="20858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10"/>
              </a:lnSpc>
              <a:buNone/>
            </a:pPr>
            <a:r>
              <a:rPr lang="en-US" sz="1370" b="1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AMPL Models</a:t>
            </a:r>
            <a:endParaRPr lang="en-US" sz="1370" dirty="0"/>
          </a:p>
        </p:txBody>
      </p:sp>
      <p:sp>
        <p:nvSpPr>
          <p:cNvPr id="66" name="Text 13">
            <a:extLst>
              <a:ext uri="{FF2B5EF4-FFF2-40B4-BE49-F238E27FC236}">
                <a16:creationId xmlns:a16="http://schemas.microsoft.com/office/drawing/2014/main" id="{805FBCC8-42E1-2B46-AAFD-0E927E7CA105}"/>
              </a:ext>
            </a:extLst>
          </p:cNvPr>
          <p:cNvSpPr/>
          <p:nvPr/>
        </p:nvSpPr>
        <p:spPr>
          <a:xfrm>
            <a:off x="6437867" y="3314102"/>
            <a:ext cx="2706133" cy="18049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mathematical formulation</a:t>
            </a:r>
            <a:endParaRPr lang="en-US" sz="1080" dirty="0"/>
          </a:p>
        </p:txBody>
      </p:sp>
      <p:sp>
        <p:nvSpPr>
          <p:cNvPr id="67" name="Text 14">
            <a:extLst>
              <a:ext uri="{FF2B5EF4-FFF2-40B4-BE49-F238E27FC236}">
                <a16:creationId xmlns:a16="http://schemas.microsoft.com/office/drawing/2014/main" id="{C8AF259E-D5A4-F5AD-6461-2F394CF912C3}"/>
              </a:ext>
            </a:extLst>
          </p:cNvPr>
          <p:cNvSpPr/>
          <p:nvPr/>
        </p:nvSpPr>
        <p:spPr>
          <a:xfrm>
            <a:off x="6386075" y="3595201"/>
            <a:ext cx="2744943" cy="25994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60"/>
              </a:lnSpc>
              <a:spcBef>
                <a:spcPts val="324"/>
              </a:spcBef>
              <a:spcAft>
                <a:spcPts val="324"/>
              </a:spcAft>
              <a:buNone/>
            </a:pPr>
            <a:r>
              <a:rPr lang="en-US" sz="1440" dirty="0">
                <a:solidFill>
                  <a:srgbClr val="C241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↓</a:t>
            </a:r>
            <a:endParaRPr lang="en-US" sz="1440" dirty="0"/>
          </a:p>
        </p:txBody>
      </p:sp>
      <p:sp>
        <p:nvSpPr>
          <p:cNvPr id="68" name="Shape 15">
            <a:extLst>
              <a:ext uri="{FF2B5EF4-FFF2-40B4-BE49-F238E27FC236}">
                <a16:creationId xmlns:a16="http://schemas.microsoft.com/office/drawing/2014/main" id="{70F38695-CA92-EFF7-4A1F-49BB2A15544D}"/>
              </a:ext>
            </a:extLst>
          </p:cNvPr>
          <p:cNvSpPr/>
          <p:nvPr/>
        </p:nvSpPr>
        <p:spPr>
          <a:xfrm>
            <a:off x="6250827" y="3911051"/>
            <a:ext cx="2843733" cy="509587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69" name="Text 16">
            <a:extLst>
              <a:ext uri="{FF2B5EF4-FFF2-40B4-BE49-F238E27FC236}">
                <a16:creationId xmlns:a16="http://schemas.microsoft.com/office/drawing/2014/main" id="{9A492BA5-3538-700A-754F-3AC26829A55E}"/>
              </a:ext>
            </a:extLst>
          </p:cNvPr>
          <p:cNvSpPr/>
          <p:nvPr/>
        </p:nvSpPr>
        <p:spPr>
          <a:xfrm>
            <a:off x="6437867" y="3962025"/>
            <a:ext cx="2706133" cy="20858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10"/>
              </a:lnSpc>
              <a:buNone/>
            </a:pPr>
            <a:r>
              <a:rPr lang="en-US" sz="1370" b="1" dirty="0">
                <a:solidFill>
                  <a:srgbClr val="C241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Gurobi Solver</a:t>
            </a:r>
            <a:endParaRPr lang="en-US" sz="1370" dirty="0"/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C2995E65-F4DB-E84D-E647-5B37094C892E}"/>
              </a:ext>
            </a:extLst>
          </p:cNvPr>
          <p:cNvSpPr/>
          <p:nvPr/>
        </p:nvSpPr>
        <p:spPr>
          <a:xfrm>
            <a:off x="6437867" y="4179165"/>
            <a:ext cx="2706133" cy="37285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cost-minimal, constraint and feasible decisions</a:t>
            </a:r>
            <a:endParaRPr lang="en-US" sz="1080" dirty="0"/>
          </a:p>
        </p:txBody>
      </p:sp>
      <p:pic>
        <p:nvPicPr>
          <p:cNvPr id="71" name="Image 0" descr="preencoded.png">
            <a:extLst>
              <a:ext uri="{FF2B5EF4-FFF2-40B4-BE49-F238E27FC236}">
                <a16:creationId xmlns:a16="http://schemas.microsoft.com/office/drawing/2014/main" id="{0B7D37B1-4BBD-3073-4618-2401F4055C5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50827" y="2180925"/>
            <a:ext cx="2843733" cy="509587"/>
          </a:xfrm>
          <a:prstGeom prst="rect">
            <a:avLst/>
          </a:prstGeom>
        </p:spPr>
      </p:pic>
      <p:pic>
        <p:nvPicPr>
          <p:cNvPr id="72" name="Image 1" descr="preencoded.png">
            <a:extLst>
              <a:ext uri="{FF2B5EF4-FFF2-40B4-BE49-F238E27FC236}">
                <a16:creationId xmlns:a16="http://schemas.microsoft.com/office/drawing/2014/main" id="{C5845FA9-8C4C-2B4F-251C-EE43D750A7A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250827" y="3045988"/>
            <a:ext cx="2843733" cy="509587"/>
          </a:xfrm>
          <a:prstGeom prst="rect">
            <a:avLst/>
          </a:prstGeom>
        </p:spPr>
      </p:pic>
      <p:pic>
        <p:nvPicPr>
          <p:cNvPr id="73" name="Image 2" descr="preencoded.png">
            <a:extLst>
              <a:ext uri="{FF2B5EF4-FFF2-40B4-BE49-F238E27FC236}">
                <a16:creationId xmlns:a16="http://schemas.microsoft.com/office/drawing/2014/main" id="{914D52DC-57C3-6625-4589-1C7A0CF612E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250827" y="3911051"/>
            <a:ext cx="2843733" cy="5095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878" y="312181"/>
            <a:ext cx="2247900" cy="12997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216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METHODOLOGICAL FRAMEWORK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47688" y="616334"/>
            <a:ext cx="8048625" cy="3857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024"/>
              </a:lnSpc>
              <a:buNone/>
            </a:pPr>
            <a:r>
              <a:rPr lang="en-US" sz="3020" b="1" kern="0" spc="-76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Four decoupled layers, </a:t>
            </a:r>
            <a:r>
              <a:rPr lang="en-US" sz="3020" b="1" kern="0" spc="-76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coherent </a:t>
            </a:r>
            <a:r>
              <a:rPr lang="en-US" sz="3020" b="1" kern="0" spc="-76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3020" dirty="0"/>
          </a:p>
        </p:txBody>
      </p:sp>
      <p:sp>
        <p:nvSpPr>
          <p:cNvPr id="5" name="Text 3"/>
          <p:cNvSpPr/>
          <p:nvPr/>
        </p:nvSpPr>
        <p:spPr>
          <a:xfrm>
            <a:off x="2082055" y="1270401"/>
            <a:ext cx="5344667" cy="41319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62"/>
              </a:lnSpc>
              <a:buNone/>
            </a:pPr>
            <a:r>
              <a:rPr lang="en-US" sz="1600" dirty="0">
                <a:solidFill>
                  <a:srgbClr val="6B7280"/>
                </a:solidFill>
                <a:ea typeface="IBM Plex Sans" pitchFamily="34" charset="-122"/>
                <a:cs typeface="IBM Plex Sans" pitchFamily="34" charset="-120"/>
              </a:rPr>
              <a:t>Hierarchical Production Planning: each layer's output becomes the next layer's </a:t>
            </a:r>
            <a:r>
              <a:rPr lang="en-US" sz="1600">
                <a:solidFill>
                  <a:srgbClr val="6B7280"/>
                </a:solidFill>
                <a:ea typeface="IBM Plex Sans" pitchFamily="34" charset="-122"/>
                <a:cs typeface="IBM Plex Sans" pitchFamily="34" charset="-120"/>
              </a:rPr>
              <a:t>rigid  </a:t>
            </a:r>
            <a:r>
              <a:rPr lang="en-US" sz="1600" dirty="0">
                <a:solidFill>
                  <a:srgbClr val="6B7280"/>
                </a:solidFill>
                <a:ea typeface="IBM Plex Sans" pitchFamily="34" charset="-122"/>
                <a:cs typeface="IBM Plex Sans" pitchFamily="34" charset="-120"/>
              </a:rPr>
              <a:t>input.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097" y="1748730"/>
            <a:ext cx="1909762" cy="2571750"/>
          </a:xfrm>
          <a:prstGeom prst="rect">
            <a:avLst/>
          </a:prstGeom>
          <a:solidFill>
            <a:srgbClr val="FBF8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62397" y="1885466"/>
            <a:ext cx="1681162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50" kern="0" spc="194" dirty="0">
                <a:solidFill>
                  <a:srgbClr val="C241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LAYER 1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662397" y="2071241"/>
            <a:ext cx="1681162" cy="2619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486"/>
              </a:spcBef>
              <a:buNone/>
            </a:pPr>
            <a:r>
              <a:rPr lang="en-US" sz="1660" b="1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RRP</a:t>
            </a:r>
            <a:endParaRPr lang="en-US" sz="1660" dirty="0"/>
          </a:p>
        </p:txBody>
      </p:sp>
      <p:sp>
        <p:nvSpPr>
          <p:cNvPr id="9" name="Text 7"/>
          <p:cNvSpPr/>
          <p:nvPr/>
        </p:nvSpPr>
        <p:spPr>
          <a:xfrm>
            <a:off x="662397" y="2332881"/>
            <a:ext cx="1681162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Resource Requirement Planning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662397" y="2588307"/>
            <a:ext cx="1681162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810"/>
              </a:spcBef>
              <a:buNone/>
            </a:pPr>
            <a:r>
              <a:rPr lang="en-US" sz="720" dirty="0">
                <a:solidFill>
                  <a:srgbClr val="141F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Annual 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662397" y="2789597"/>
            <a:ext cx="1681162" cy="5000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10"/>
              </a:lnSpc>
              <a:spcBef>
                <a:spcPts val="607"/>
              </a:spcBef>
              <a:buNone/>
            </a:pPr>
            <a:r>
              <a:rPr lang="en-US" sz="940">
                <a:solidFill>
                  <a:srgbClr val="14202C"/>
                </a:solidFill>
                <a:ea typeface="IBM Plex Sans" pitchFamily="34" charset="-122"/>
                <a:cs typeface="IBM Plex Sans" pitchFamily="34" charset="-120"/>
              </a:rPr>
              <a:t>Sizes </a:t>
            </a:r>
            <a:r>
              <a:rPr lang="en-US" sz="940" dirty="0">
                <a:solidFill>
                  <a:srgbClr val="14202C"/>
                </a:solidFill>
                <a:ea typeface="IBM Plex Sans" pitchFamily="34" charset="-122"/>
                <a:cs typeface="IBM Plex Sans" pitchFamily="34" charset="-120"/>
              </a:rPr>
              <a:t>the machine park</a:t>
            </a:r>
            <a:r>
              <a:rPr lang="en-US" sz="940">
                <a:solidFill>
                  <a:srgbClr val="14202C"/>
                </a:solidFill>
                <a:ea typeface="IBM Plex Sans" pitchFamily="34" charset="-122"/>
                <a:cs typeface="IBM Plex Sans" pitchFamily="34" charset="-120"/>
              </a:rPr>
              <a:t>, hires </a:t>
            </a:r>
            <a:r>
              <a:rPr lang="en-US" sz="940" dirty="0">
                <a:solidFill>
                  <a:srgbClr val="14202C"/>
                </a:solidFill>
                <a:ea typeface="IBM Plex Sans" pitchFamily="34" charset="-122"/>
                <a:cs typeface="IBM Plex Sans" pitchFamily="34" charset="-120"/>
              </a:rPr>
              <a:t>the workforce, accepts/rejects orders </a:t>
            </a:r>
            <a:r>
              <a:rPr lang="en-US" sz="940">
                <a:solidFill>
                  <a:srgbClr val="14202C"/>
                </a:solidFill>
                <a:ea typeface="IBM Plex Sans" pitchFamily="34" charset="-122"/>
                <a:cs typeface="IBM Plex Sans" pitchFamily="34" charset="-120"/>
              </a:rPr>
              <a:t>to maximize </a:t>
            </a:r>
            <a:r>
              <a:rPr lang="en-US" sz="940" dirty="0">
                <a:solidFill>
                  <a:srgbClr val="14202C"/>
                </a:solidFill>
                <a:ea typeface="IBM Plex Sans" pitchFamily="34" charset="-122"/>
                <a:cs typeface="IBM Plex Sans" pitchFamily="34" charset="-120"/>
              </a:rPr>
              <a:t>profit.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2594074" y="1748730"/>
            <a:ext cx="1909762" cy="2571750"/>
          </a:xfrm>
          <a:prstGeom prst="rect">
            <a:avLst/>
          </a:prstGeom>
          <a:solidFill>
            <a:srgbClr val="FBF8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708374" y="1885466"/>
            <a:ext cx="1681162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50" kern="0" spc="194" dirty="0">
                <a:solidFill>
                  <a:srgbClr val="C241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LAYER 2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2708374" y="2071241"/>
            <a:ext cx="1681162" cy="2619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486"/>
              </a:spcBef>
              <a:buNone/>
            </a:pPr>
            <a:r>
              <a:rPr lang="en-US" sz="1660" b="1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MPS</a:t>
            </a:r>
            <a:endParaRPr lang="en-US" sz="1660" dirty="0"/>
          </a:p>
        </p:txBody>
      </p:sp>
      <p:sp>
        <p:nvSpPr>
          <p:cNvPr id="15" name="Text 13"/>
          <p:cNvSpPr/>
          <p:nvPr/>
        </p:nvSpPr>
        <p:spPr>
          <a:xfrm>
            <a:off x="2708374" y="2332881"/>
            <a:ext cx="1681162" cy="143694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</a:t>
            </a:r>
            <a:r>
              <a:rPr lang="en-US" sz="86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aster </a:t>
            </a:r>
            <a:r>
              <a:rPr lang="en-US" sz="86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Production Schedule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2708374" y="2588307"/>
            <a:ext cx="1681162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810"/>
              </a:spcBef>
              <a:buNone/>
            </a:pPr>
            <a:r>
              <a:rPr lang="en-US" sz="720" dirty="0">
                <a:solidFill>
                  <a:srgbClr val="141F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monthly buckets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2708374" y="2789597"/>
            <a:ext cx="1681162" cy="5000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10"/>
              </a:lnSpc>
              <a:spcBef>
                <a:spcPts val="607"/>
              </a:spcBef>
              <a:buNone/>
            </a:pPr>
            <a:r>
              <a:rPr lang="en-US" sz="940">
                <a:solidFill>
                  <a:srgbClr val="14202C"/>
                </a:solidFill>
                <a:ea typeface="IBM Plex Sans" pitchFamily="34" charset="-122"/>
                <a:cs typeface="IBM Plex Sans" pitchFamily="34" charset="-120"/>
              </a:rPr>
              <a:t>Balancing inventory </a:t>
            </a:r>
            <a:r>
              <a:rPr lang="en-US" sz="940" dirty="0">
                <a:solidFill>
                  <a:srgbClr val="14202C"/>
                </a:solidFill>
                <a:ea typeface="IBM Plex Sans" pitchFamily="34" charset="-122"/>
                <a:cs typeface="IBM Plex Sans" pitchFamily="34" charset="-120"/>
              </a:rPr>
              <a:t>holding vs. setup costs to fix monthly production volumes X[p,t].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4640089" y="1748730"/>
            <a:ext cx="1909762" cy="2571750"/>
          </a:xfrm>
          <a:prstGeom prst="rect">
            <a:avLst/>
          </a:prstGeom>
          <a:solidFill>
            <a:srgbClr val="FBF8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754389" y="1885466"/>
            <a:ext cx="1681162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50" kern="0" spc="194" dirty="0">
                <a:solidFill>
                  <a:srgbClr val="2F6F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LAYER 3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4754389" y="2071241"/>
            <a:ext cx="1681162" cy="2619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486"/>
              </a:spcBef>
              <a:buNone/>
            </a:pPr>
            <a:r>
              <a:rPr lang="en-US" sz="1660" b="1" dirty="0">
                <a:solidFill>
                  <a:srgbClr val="2F6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Green MRP</a:t>
            </a:r>
            <a:endParaRPr lang="en-US" sz="1660" dirty="0"/>
          </a:p>
        </p:txBody>
      </p:sp>
      <p:sp>
        <p:nvSpPr>
          <p:cNvPr id="21" name="Text 19"/>
          <p:cNvSpPr/>
          <p:nvPr/>
        </p:nvSpPr>
        <p:spPr>
          <a:xfrm>
            <a:off x="4754389" y="2332881"/>
            <a:ext cx="1681162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Material Requirements Planning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4754389" y="2588307"/>
            <a:ext cx="1681162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810"/>
              </a:spcBef>
              <a:buNone/>
            </a:pPr>
            <a:r>
              <a:rPr lang="en-US" sz="720" dirty="0">
                <a:solidFill>
                  <a:srgbClr val="141F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BOM explosion </a:t>
            </a:r>
            <a:r>
              <a:rPr lang="en-US" sz="720">
                <a:solidFill>
                  <a:srgbClr val="141F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CO2 Tax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754389" y="2789597"/>
            <a:ext cx="1681162" cy="5000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10"/>
              </a:lnSpc>
              <a:spcBef>
                <a:spcPts val="607"/>
              </a:spcBef>
              <a:buNone/>
            </a:pPr>
            <a:r>
              <a:rPr lang="en-US" sz="940">
                <a:solidFill>
                  <a:srgbClr val="14202C"/>
                </a:solidFill>
                <a:ea typeface="IBM Plex Sans" pitchFamily="34" charset="-122"/>
                <a:cs typeface="IBM Plex Sans" pitchFamily="34" charset="-120"/>
              </a:rPr>
              <a:t>Couples </a:t>
            </a:r>
            <a:r>
              <a:rPr lang="en-US" sz="940" dirty="0">
                <a:solidFill>
                  <a:srgbClr val="14202C"/>
                </a:solidFill>
                <a:ea typeface="IBM Plex Sans" pitchFamily="34" charset="-122"/>
                <a:cs typeface="IBM Plex Sans" pitchFamily="34" charset="-120"/>
              </a:rPr>
              <a:t>raw-material demand with discrete </a:t>
            </a:r>
            <a:r>
              <a:rPr lang="en-US" sz="940">
                <a:solidFill>
                  <a:srgbClr val="14202C"/>
                </a:solidFill>
                <a:ea typeface="IBM Plex Sans" pitchFamily="34" charset="-122"/>
                <a:cs typeface="IBM Plex Sans" pitchFamily="34" charset="-120"/>
              </a:rPr>
              <a:t>supplier batches and penalizes carbon </a:t>
            </a:r>
            <a:r>
              <a:rPr lang="en-US" sz="940" dirty="0">
                <a:solidFill>
                  <a:srgbClr val="14202C"/>
                </a:solidFill>
                <a:ea typeface="IBM Plex Sans" pitchFamily="34" charset="-122"/>
                <a:cs typeface="IBM Plex Sans" pitchFamily="34" charset="-120"/>
              </a:rPr>
              <a:t>emissions.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6686104" y="1748730"/>
            <a:ext cx="1909762" cy="2571750"/>
          </a:xfrm>
          <a:prstGeom prst="rect">
            <a:avLst/>
          </a:prstGeom>
          <a:solidFill>
            <a:srgbClr val="FBF8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800404" y="1885466"/>
            <a:ext cx="1681162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50" kern="0" spc="194" dirty="0">
                <a:solidFill>
                  <a:srgbClr val="C241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LAYER 4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6800404" y="2071241"/>
            <a:ext cx="1681162" cy="2619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486"/>
              </a:spcBef>
              <a:buNone/>
            </a:pPr>
            <a:r>
              <a:rPr lang="en-US" sz="1660" b="1" dirty="0">
                <a:solidFill>
                  <a:srgbClr val="C241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Job Shop</a:t>
            </a:r>
            <a:endParaRPr lang="en-US" sz="1660" dirty="0"/>
          </a:p>
        </p:txBody>
      </p:sp>
      <p:sp>
        <p:nvSpPr>
          <p:cNvPr id="27" name="Text 25"/>
          <p:cNvSpPr/>
          <p:nvPr/>
        </p:nvSpPr>
        <p:spPr>
          <a:xfrm>
            <a:off x="6800404" y="2332881"/>
            <a:ext cx="1681162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Operational Scheduling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6800404" y="2588307"/>
            <a:ext cx="1681162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810"/>
              </a:spcBef>
              <a:buNone/>
            </a:pPr>
            <a:r>
              <a:rPr lang="en-US" sz="720">
                <a:solidFill>
                  <a:srgbClr val="141F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Continuous : minute </a:t>
            </a:r>
            <a:r>
              <a:rPr lang="en-US" sz="720" dirty="0">
                <a:solidFill>
                  <a:srgbClr val="141F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level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6800404" y="2789411"/>
            <a:ext cx="1681162" cy="6569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10"/>
              </a:lnSpc>
              <a:spcBef>
                <a:spcPts val="607"/>
              </a:spcBef>
              <a:buNone/>
            </a:pPr>
            <a:r>
              <a:rPr lang="en-US" sz="940">
                <a:solidFill>
                  <a:srgbClr val="14202C"/>
                </a:solidFill>
                <a:ea typeface="IBM Plex Sans" pitchFamily="34" charset="-122"/>
                <a:cs typeface="IBM Plex Sans" pitchFamily="34" charset="-120"/>
              </a:rPr>
              <a:t>Respects sequences of </a:t>
            </a:r>
            <a:r>
              <a:rPr lang="en-US" sz="940" dirty="0">
                <a:solidFill>
                  <a:srgbClr val="14202C"/>
                </a:solidFill>
                <a:ea typeface="IBM Plex Sans" pitchFamily="34" charset="-122"/>
                <a:cs typeface="IBM Plex Sans" pitchFamily="34" charset="-120"/>
              </a:rPr>
              <a:t>batches</a:t>
            </a:r>
            <a:r>
              <a:rPr lang="en-US" sz="940">
                <a:solidFill>
                  <a:srgbClr val="14202C"/>
                </a:solidFill>
                <a:ea typeface="IBM Plex Sans" pitchFamily="34" charset="-122"/>
                <a:cs typeface="IBM Plex Sans" pitchFamily="34" charset="-120"/>
              </a:rPr>
              <a:t>, allocates parallel machine copies, solves disjunctive non-overlap constraints.</a:t>
            </a:r>
            <a:endParaRPr lang="en-US" sz="940" dirty="0"/>
          </a:p>
        </p:txBody>
      </p:sp>
      <p:sp>
        <p:nvSpPr>
          <p:cNvPr id="30" name="Text 28"/>
          <p:cNvSpPr/>
          <p:nvPr/>
        </p:nvSpPr>
        <p:spPr>
          <a:xfrm>
            <a:off x="547688" y="4707908"/>
            <a:ext cx="8048625" cy="11900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80" kern="0" spc="171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PMAO · BUONFANTINO · CEVENINI						       04</a:t>
            </a:r>
            <a:endParaRPr lang="en-US" sz="68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88" y="4648349"/>
            <a:ext cx="8048625" cy="238125"/>
          </a:xfrm>
          <a:prstGeom prst="rect">
            <a:avLst/>
          </a:prstGeom>
        </p:spPr>
      </p:pic>
      <p:pic>
        <p:nvPicPr>
          <p:cNvPr id="38" name="Image 1" descr="preencoded.png">
            <a:extLst>
              <a:ext uri="{FF2B5EF4-FFF2-40B4-BE49-F238E27FC236}">
                <a16:creationId xmlns:a16="http://schemas.microsoft.com/office/drawing/2014/main" id="{FC039670-CD18-4D99-9BA4-FB1361A709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94074" y="1753753"/>
            <a:ext cx="1909762" cy="2571750"/>
          </a:xfrm>
          <a:prstGeom prst="rect">
            <a:avLst/>
          </a:prstGeom>
        </p:spPr>
      </p:pic>
      <p:pic>
        <p:nvPicPr>
          <p:cNvPr id="40" name="Image 3" descr="preencoded.png">
            <a:extLst>
              <a:ext uri="{FF2B5EF4-FFF2-40B4-BE49-F238E27FC236}">
                <a16:creationId xmlns:a16="http://schemas.microsoft.com/office/drawing/2014/main" id="{53190C4F-0D76-46EA-AF0F-57827CFECC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86104" y="1748730"/>
            <a:ext cx="1909762" cy="2571750"/>
          </a:xfrm>
          <a:prstGeom prst="rect">
            <a:avLst/>
          </a:prstGeom>
        </p:spPr>
      </p:pic>
      <p:pic>
        <p:nvPicPr>
          <p:cNvPr id="41" name="Image 2" descr="preencoded.png">
            <a:extLst>
              <a:ext uri="{FF2B5EF4-FFF2-40B4-BE49-F238E27FC236}">
                <a16:creationId xmlns:a16="http://schemas.microsoft.com/office/drawing/2014/main" id="{471A8AC9-82A7-487F-A19D-1E2999C75D4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40089" y="1753753"/>
            <a:ext cx="1909762" cy="2571750"/>
          </a:xfrm>
          <a:prstGeom prst="rect">
            <a:avLst/>
          </a:prstGeom>
        </p:spPr>
      </p:pic>
      <p:pic>
        <p:nvPicPr>
          <p:cNvPr id="42" name="Image 1" descr="preencoded.png">
            <a:extLst>
              <a:ext uri="{FF2B5EF4-FFF2-40B4-BE49-F238E27FC236}">
                <a16:creationId xmlns:a16="http://schemas.microsoft.com/office/drawing/2014/main" id="{F3938965-025C-49D7-976F-49F00B74D9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6385" y="1753753"/>
            <a:ext cx="1909762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9585" y="487507"/>
            <a:ext cx="3949471" cy="129459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216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ANNUAL </a:t>
            </a:r>
            <a:r>
              <a:rPr lang="en-US" sz="720" kern="0" spc="216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CAPACITY PLANNING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47688" y="717649"/>
            <a:ext cx="8048625" cy="3667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880" b="1" kern="0" spc="-72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Maximise profit, size the factory from scratch</a:t>
            </a:r>
            <a:endParaRPr lang="en-US" sz="2880" dirty="0"/>
          </a:p>
        </p:txBody>
      </p:sp>
      <p:sp>
        <p:nvSpPr>
          <p:cNvPr id="5" name="Text 3"/>
          <p:cNvSpPr/>
          <p:nvPr/>
        </p:nvSpPr>
        <p:spPr>
          <a:xfrm>
            <a:off x="549585" y="1336811"/>
            <a:ext cx="383857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spcAft>
                <a:spcPts val="607"/>
              </a:spcAft>
              <a:buNone/>
            </a:pPr>
            <a:r>
              <a:rPr lang="en-US" sz="720" kern="0" spc="180" dirty="0">
                <a:solidFill>
                  <a:srgbClr val="C241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DECISION VARIABLES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549585" y="1552203"/>
            <a:ext cx="3838575" cy="504825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08645" y="1613408"/>
            <a:ext cx="3681412" cy="2190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1B3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Accepted[p,t]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08645" y="1833376"/>
            <a:ext cx="3681412" cy="1619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87"/>
              </a:lnSpc>
              <a:buNone/>
            </a:pPr>
            <a:r>
              <a:rPr lang="en-US" sz="94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binary -&gt; accept or reject each order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549585" y="2135460"/>
            <a:ext cx="3838575" cy="504825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08645" y="2196666"/>
            <a:ext cx="3681412" cy="2190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1B3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MachQuantity[m]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08645" y="2416634"/>
            <a:ext cx="3681412" cy="1619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87"/>
              </a:lnSpc>
              <a:buNone/>
            </a:pPr>
            <a:r>
              <a:rPr lang="en-US" sz="94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integer -&gt; CNC machines to purchase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549585" y="2718718"/>
            <a:ext cx="3838575" cy="504825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08645" y="2779923"/>
            <a:ext cx="3681412" cy="2190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C241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sw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08645" y="2999891"/>
            <a:ext cx="3681412" cy="1619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87"/>
              </a:lnSpc>
              <a:buNone/>
            </a:pPr>
            <a:r>
              <a:rPr lang="en-US" sz="94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integer -&gt; seasonal workers to hire (wt = 0)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4571554" y="1336811"/>
            <a:ext cx="4024312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spcAft>
                <a:spcPts val="607"/>
              </a:spcAft>
              <a:buNone/>
            </a:pPr>
            <a:r>
              <a:rPr lang="en-US" sz="720" kern="0" spc="180" dirty="0">
                <a:solidFill>
                  <a:srgbClr val="C241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OBJECTIVE &amp; CONSTRAINTS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4571554" y="1552352"/>
            <a:ext cx="4024312" cy="663364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678710" y="1660066"/>
            <a:ext cx="3810000" cy="1809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150" b="1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max Production_Profit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78710" y="1873486"/>
            <a:ext cx="3810000" cy="1619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87"/>
              </a:lnSpc>
              <a:spcBef>
                <a:spcPts val="243"/>
              </a:spcBef>
              <a:buNone/>
            </a:pPr>
            <a:r>
              <a:rPr lang="en-US" sz="940">
                <a:solidFill>
                  <a:srgbClr val="6B7280"/>
                </a:solidFill>
                <a:ea typeface="IBM Plex Sans" pitchFamily="34" charset="-122"/>
                <a:cs typeface="IBM Plex Sans" pitchFamily="34" charset="-120"/>
              </a:rPr>
              <a:t>Revenue - </a:t>
            </a:r>
            <a:r>
              <a:rPr lang="en-US" sz="940" dirty="0">
                <a:solidFill>
                  <a:srgbClr val="6B7280"/>
                </a:solidFill>
                <a:ea typeface="IBM Plex Sans" pitchFamily="34" charset="-122"/>
                <a:cs typeface="IBM Plex Sans" pitchFamily="34" charset="-120"/>
              </a:rPr>
              <a:t>Production Cost − Machine depreciation − Labor cost (sw · wc)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4571740" y="2247305"/>
            <a:ext cx="1957388" cy="557213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571740" y="2316807"/>
            <a:ext cx="1957388" cy="1619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10" b="1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Machine Capacity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4571740" y="2504331"/>
            <a:ext cx="1957388" cy="30003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spcBef>
                <a:spcPts val="203"/>
              </a:spcBef>
              <a:buNone/>
            </a:pPr>
            <a:r>
              <a:rPr lang="en-US" sz="86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monthly bucket · setup ∙ DemandProfile counted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6638292" y="2247305"/>
            <a:ext cx="1957388" cy="557213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638292" y="2316807"/>
            <a:ext cx="1957388" cy="1619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10" b="1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Labor </a:t>
            </a:r>
            <a:r>
              <a:rPr lang="en-US" sz="1010" b="1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Capacity</a:t>
            </a:r>
            <a:endParaRPr lang="en-US" sz="1010" dirty="0"/>
          </a:p>
        </p:txBody>
      </p:sp>
      <p:sp>
        <p:nvSpPr>
          <p:cNvPr id="24" name="Text 22"/>
          <p:cNvSpPr/>
          <p:nvPr/>
        </p:nvSpPr>
        <p:spPr>
          <a:xfrm>
            <a:off x="6638292" y="2504331"/>
            <a:ext cx="1957388" cy="30003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spcBef>
                <a:spcPts val="203"/>
              </a:spcBef>
              <a:buNone/>
            </a:pPr>
            <a:r>
              <a:rPr lang="en-US" sz="86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assembly + handling + setup absorbed by wt + sw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4571554" y="2934556"/>
            <a:ext cx="4024312" cy="714375"/>
          </a:xfrm>
          <a:prstGeom prst="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673947" y="3036503"/>
            <a:ext cx="3819525" cy="11798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50" kern="0" spc="162" dirty="0">
                <a:solidFill>
                  <a:srgbClr val="FBF8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FOCUS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4673947" y="3200177"/>
            <a:ext cx="3819525" cy="3476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61"/>
              </a:lnSpc>
              <a:spcBef>
                <a:spcPts val="324"/>
              </a:spcBef>
              <a:buNone/>
            </a:pPr>
            <a:r>
              <a:rPr lang="en-US" sz="970" dirty="0">
                <a:solidFill>
                  <a:srgbClr val="FBF8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SetupTime hits both constraints: machine stopped </a:t>
            </a:r>
            <a:r>
              <a:rPr lang="en-US" sz="970" b="1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</a:t>
            </a:r>
            <a:r>
              <a:rPr lang="en-US" sz="970" dirty="0">
                <a:solidFill>
                  <a:srgbClr val="FBF8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operator engaged.</a:t>
            </a:r>
            <a:endParaRPr lang="en-US" sz="970" dirty="0"/>
          </a:p>
        </p:txBody>
      </p:sp>
      <p:sp>
        <p:nvSpPr>
          <p:cNvPr id="28" name="Text 26"/>
          <p:cNvSpPr/>
          <p:nvPr/>
        </p:nvSpPr>
        <p:spPr>
          <a:xfrm>
            <a:off x="547688" y="4707908"/>
            <a:ext cx="8048625" cy="11900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80" kern="0" spc="171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PMAO · BUONFANTINO · CEVENINI						       05</a:t>
            </a:r>
            <a:endParaRPr lang="en-US" sz="68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585" y="1552203"/>
            <a:ext cx="3838575" cy="504825"/>
          </a:xfrm>
          <a:prstGeom prst="rect">
            <a:avLst/>
          </a:prstGeom>
        </p:spPr>
      </p:pic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9585" y="2135460"/>
            <a:ext cx="3838575" cy="504825"/>
          </a:xfrm>
          <a:prstGeom prst="rect">
            <a:avLst/>
          </a:prstGeom>
        </p:spPr>
      </p:pic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9585" y="2718718"/>
            <a:ext cx="3838575" cy="504825"/>
          </a:xfrm>
          <a:prstGeom prst="rect">
            <a:avLst/>
          </a:prstGeom>
        </p:spPr>
      </p:pic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71740" y="2247305"/>
            <a:ext cx="1957388" cy="557213"/>
          </a:xfrm>
          <a:prstGeom prst="rect">
            <a:avLst/>
          </a:prstGeom>
        </p:spPr>
      </p:pic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7688" y="4648349"/>
            <a:ext cx="8048625" cy="238125"/>
          </a:xfrm>
          <a:prstGeom prst="rect">
            <a:avLst/>
          </a:prstGeom>
        </p:spPr>
      </p:pic>
      <p:pic>
        <p:nvPicPr>
          <p:cNvPr id="35" name="Image 4" descr="preencoded.png">
            <a:extLst>
              <a:ext uri="{FF2B5EF4-FFF2-40B4-BE49-F238E27FC236}">
                <a16:creationId xmlns:a16="http://schemas.microsoft.com/office/drawing/2014/main" id="{0F34C78B-EA5A-41AD-9F36-8601A76216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83709" y="2244849"/>
            <a:ext cx="1957388" cy="557213"/>
          </a:xfrm>
          <a:prstGeom prst="rect">
            <a:avLst/>
          </a:prstGeom>
        </p:spPr>
      </p:pic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517A1710-5373-4F3A-B044-44766407253E}"/>
              </a:ext>
            </a:extLst>
          </p:cNvPr>
          <p:cNvSpPr txBox="1"/>
          <p:nvPr/>
        </p:nvSpPr>
        <p:spPr>
          <a:xfrm>
            <a:off x="474133" y="117607"/>
            <a:ext cx="1096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kern="0" spc="216">
                <a:solidFill>
                  <a:srgbClr val="C2410C"/>
                </a:solidFill>
                <a:latin typeface="Garamond" panose="02020404030301010803" pitchFamily="18" charset="0"/>
                <a:ea typeface="IBM Plex Mono" pitchFamily="34" charset="-122"/>
                <a:cs typeface="IBM Plex Mono" pitchFamily="34" charset="-120"/>
              </a:rPr>
              <a:t>RRP</a:t>
            </a:r>
            <a:endParaRPr lang="it-IT" sz="16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6084" y="262784"/>
            <a:ext cx="2047875" cy="11900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80" kern="0" spc="205" dirty="0">
                <a:solidFill>
                  <a:srgbClr val="C241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RRP </a:t>
            </a:r>
            <a:r>
              <a:rPr lang="en-US" sz="680" kern="0" spc="205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SOLUTIONS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457200" y="515466"/>
            <a:ext cx="8229600" cy="29495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68"/>
              </a:lnSpc>
              <a:buNone/>
            </a:pPr>
            <a:r>
              <a:rPr lang="en-US" sz="2160" b="1" kern="0" spc="-54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Optimal capacity sizing</a:t>
            </a:r>
            <a:endParaRPr lang="en-US" sz="2160" dirty="0"/>
          </a:p>
        </p:txBody>
      </p:sp>
      <p:sp>
        <p:nvSpPr>
          <p:cNvPr id="5" name="Shape 3"/>
          <p:cNvSpPr/>
          <p:nvPr/>
        </p:nvSpPr>
        <p:spPr>
          <a:xfrm>
            <a:off x="456084" y="840497"/>
            <a:ext cx="2652713" cy="738188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53716" y="939319"/>
            <a:ext cx="2457450" cy="1143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10" kern="0" spc="122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NET PROFIT</a:t>
            </a:r>
            <a:endParaRPr lang="en-US" sz="610" dirty="0"/>
          </a:p>
        </p:txBody>
      </p:sp>
      <p:sp>
        <p:nvSpPr>
          <p:cNvPr id="7" name="Text 5"/>
          <p:cNvSpPr/>
          <p:nvPr/>
        </p:nvSpPr>
        <p:spPr>
          <a:xfrm>
            <a:off x="553716" y="1085356"/>
            <a:ext cx="2457450" cy="2381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72"/>
              </a:lnSpc>
              <a:spcBef>
                <a:spcPts val="243"/>
              </a:spcBef>
              <a:buNone/>
            </a:pPr>
            <a:r>
              <a:rPr lang="en-US" sz="1870" b="1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€11,307,600</a:t>
            </a:r>
            <a:endParaRPr lang="en-US" sz="1870" dirty="0"/>
          </a:p>
        </p:txBody>
      </p:sp>
      <p:sp>
        <p:nvSpPr>
          <p:cNvPr id="8" name="Text 6"/>
          <p:cNvSpPr/>
          <p:nvPr/>
        </p:nvSpPr>
        <p:spPr>
          <a:xfrm>
            <a:off x="553716" y="1343350"/>
            <a:ext cx="2457450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162"/>
              </a:spcBef>
              <a:buNone/>
            </a:pPr>
            <a:r>
              <a:rPr lang="en-US" sz="72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261 working days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3244975" y="840497"/>
            <a:ext cx="2652713" cy="738188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342606" y="939319"/>
            <a:ext cx="2457450" cy="1143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10" kern="0" spc="122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Σ MACHQUANTITY[M]</a:t>
            </a:r>
            <a:endParaRPr lang="en-US" sz="610" dirty="0"/>
          </a:p>
        </p:txBody>
      </p:sp>
      <p:sp>
        <p:nvSpPr>
          <p:cNvPr id="11" name="Text 9"/>
          <p:cNvSpPr/>
          <p:nvPr/>
        </p:nvSpPr>
        <p:spPr>
          <a:xfrm>
            <a:off x="3342606" y="1085356"/>
            <a:ext cx="2457450" cy="2381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72"/>
              </a:lnSpc>
              <a:spcBef>
                <a:spcPts val="243"/>
              </a:spcBef>
              <a:buNone/>
            </a:pPr>
            <a:r>
              <a:rPr lang="en-US" sz="1870" b="1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16 units</a:t>
            </a:r>
            <a:endParaRPr lang="en-US" sz="1870" dirty="0"/>
          </a:p>
        </p:txBody>
      </p:sp>
      <p:sp>
        <p:nvSpPr>
          <p:cNvPr id="13" name="Shape 11"/>
          <p:cNvSpPr/>
          <p:nvPr/>
        </p:nvSpPr>
        <p:spPr>
          <a:xfrm>
            <a:off x="6033865" y="840497"/>
            <a:ext cx="2652713" cy="738188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131496" y="939319"/>
            <a:ext cx="2457450" cy="1143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10" kern="0" spc="122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WORKFORCE (WT + SW)</a:t>
            </a:r>
            <a:endParaRPr lang="en-US" sz="610" dirty="0"/>
          </a:p>
        </p:txBody>
      </p:sp>
      <p:sp>
        <p:nvSpPr>
          <p:cNvPr id="15" name="Text 13"/>
          <p:cNvSpPr/>
          <p:nvPr/>
        </p:nvSpPr>
        <p:spPr>
          <a:xfrm>
            <a:off x="6131496" y="1085356"/>
            <a:ext cx="2457450" cy="2381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72"/>
              </a:lnSpc>
              <a:spcBef>
                <a:spcPts val="243"/>
              </a:spcBef>
              <a:buNone/>
            </a:pPr>
            <a:r>
              <a:rPr lang="en-US" sz="1870" b="1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 + 61 = 61</a:t>
            </a:r>
            <a:endParaRPr lang="en-US" sz="1870" dirty="0"/>
          </a:p>
        </p:txBody>
      </p:sp>
      <p:sp>
        <p:nvSpPr>
          <p:cNvPr id="16" name="Text 14"/>
          <p:cNvSpPr/>
          <p:nvPr/>
        </p:nvSpPr>
        <p:spPr>
          <a:xfrm>
            <a:off x="6131496" y="1343350"/>
            <a:ext cx="2457450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162"/>
              </a:spcBef>
              <a:buNone/>
            </a:pPr>
            <a:r>
              <a:rPr lang="en-US" sz="72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all seasonal hires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457200" y="1852129"/>
            <a:ext cx="3034599" cy="2776537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38163" y="1934617"/>
            <a:ext cx="4867275" cy="10701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18"/>
              </a:lnSpc>
              <a:spcAft>
                <a:spcPts val="324"/>
              </a:spcAft>
              <a:buNone/>
            </a:pPr>
            <a:r>
              <a:rPr lang="en-US" sz="610" kern="0" spc="153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MACHINE COMPOSITION ACROSS RRP SCENARIOS</a:t>
            </a:r>
            <a:endParaRPr lang="en-US" sz="61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rcRect l="20579" r="19070"/>
          <a:stretch/>
        </p:blipFill>
        <p:spPr>
          <a:xfrm>
            <a:off x="554348" y="2090477"/>
            <a:ext cx="2937451" cy="245745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57200" y="4818492"/>
            <a:ext cx="8229600" cy="10701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10" kern="0" spc="153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PMAO · BUONFANTINO · CEVENINI						           06</a:t>
            </a:r>
            <a:endParaRPr lang="en-US" sz="61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" y="4781513"/>
            <a:ext cx="8229600" cy="180975"/>
          </a:xfrm>
          <a:prstGeom prst="rect">
            <a:avLst/>
          </a:prstGeom>
        </p:spPr>
      </p:pic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ED60C982-B6D3-FF6C-F201-BF341D743AA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6403" b="17268"/>
          <a:stretch/>
        </p:blipFill>
        <p:spPr>
          <a:xfrm>
            <a:off x="5789828" y="1763858"/>
            <a:ext cx="2326736" cy="1484271"/>
          </a:xfrm>
          <a:prstGeom prst="rect">
            <a:avLst/>
          </a:prstGeom>
        </p:spPr>
      </p:pic>
      <p:sp>
        <p:nvSpPr>
          <p:cNvPr id="33" name="Shape 3">
            <a:extLst>
              <a:ext uri="{FF2B5EF4-FFF2-40B4-BE49-F238E27FC236}">
                <a16:creationId xmlns:a16="http://schemas.microsoft.com/office/drawing/2014/main" id="{B7C77A96-7236-1B52-FAED-0D8FCEB5D086}"/>
              </a:ext>
            </a:extLst>
          </p:cNvPr>
          <p:cNvSpPr/>
          <p:nvPr/>
        </p:nvSpPr>
        <p:spPr>
          <a:xfrm>
            <a:off x="4007013" y="2287166"/>
            <a:ext cx="1280398" cy="261937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16D86CBD-F05E-1406-8DBE-D83ED5020AD0}"/>
              </a:ext>
            </a:extLst>
          </p:cNvPr>
          <p:cNvSpPr/>
          <p:nvPr/>
        </p:nvSpPr>
        <p:spPr>
          <a:xfrm>
            <a:off x="4093594" y="2288989"/>
            <a:ext cx="1239462" cy="10701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10" dirty="0">
                <a:solidFill>
                  <a:srgbClr val="C241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MACHINELIMIT</a:t>
            </a:r>
            <a:endParaRPr lang="en-US" sz="610" dirty="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7B6A9CD8-78DD-3B23-CC65-3395BABF8851}"/>
              </a:ext>
            </a:extLst>
          </p:cNvPr>
          <p:cNvSpPr/>
          <p:nvPr/>
        </p:nvSpPr>
        <p:spPr>
          <a:xfrm>
            <a:off x="4093594" y="2404963"/>
            <a:ext cx="1239462" cy="1313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6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Σ MachQuantity ≤ 9</a:t>
            </a:r>
            <a:endParaRPr lang="en-US" sz="760" dirty="0"/>
          </a:p>
        </p:txBody>
      </p:sp>
      <p:pic>
        <p:nvPicPr>
          <p:cNvPr id="36" name="Image 2" descr="preencoded.png">
            <a:extLst>
              <a:ext uri="{FF2B5EF4-FFF2-40B4-BE49-F238E27FC236}">
                <a16:creationId xmlns:a16="http://schemas.microsoft.com/office/drawing/2014/main" id="{AD9B1FFC-8E16-EA59-6B0C-D3C45E3EDC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07013" y="2287166"/>
            <a:ext cx="1280398" cy="261937"/>
          </a:xfrm>
          <a:prstGeom prst="rect">
            <a:avLst/>
          </a:prstGeom>
        </p:spPr>
      </p:pic>
      <p:sp>
        <p:nvSpPr>
          <p:cNvPr id="37" name="Shape 6"/>
          <p:cNvSpPr/>
          <p:nvPr/>
        </p:nvSpPr>
        <p:spPr>
          <a:xfrm>
            <a:off x="4007013" y="2818458"/>
            <a:ext cx="1326043" cy="261937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7"/>
          <p:cNvSpPr/>
          <p:nvPr/>
        </p:nvSpPr>
        <p:spPr>
          <a:xfrm>
            <a:off x="4093594" y="2820281"/>
            <a:ext cx="1283647" cy="10701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10" dirty="0">
                <a:solidFill>
                  <a:srgbClr val="C241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REVENUEDROP</a:t>
            </a:r>
            <a:endParaRPr lang="en-US" sz="610" dirty="0"/>
          </a:p>
        </p:txBody>
      </p:sp>
      <p:sp>
        <p:nvSpPr>
          <p:cNvPr id="39" name="Text 8"/>
          <p:cNvSpPr/>
          <p:nvPr/>
        </p:nvSpPr>
        <p:spPr>
          <a:xfrm>
            <a:off x="4093594" y="2936255"/>
            <a:ext cx="1283647" cy="1313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6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Revenue[Brake] · 0.10</a:t>
            </a:r>
            <a:endParaRPr lang="en-US" sz="760" dirty="0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07013" y="2818458"/>
            <a:ext cx="1326043" cy="261937"/>
          </a:xfrm>
          <a:prstGeom prst="rect">
            <a:avLst/>
          </a:prstGeom>
        </p:spPr>
      </p:pic>
      <p:sp>
        <p:nvSpPr>
          <p:cNvPr id="41" name="Shape 9"/>
          <p:cNvSpPr/>
          <p:nvPr/>
        </p:nvSpPr>
        <p:spPr>
          <a:xfrm>
            <a:off x="4000047" y="3360059"/>
            <a:ext cx="1194902" cy="261937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10"/>
          <p:cNvSpPr/>
          <p:nvPr/>
        </p:nvSpPr>
        <p:spPr>
          <a:xfrm>
            <a:off x="4086628" y="3361882"/>
            <a:ext cx="1156699" cy="10701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10" dirty="0">
                <a:solidFill>
                  <a:srgbClr val="C241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WORKERLIMIT</a:t>
            </a:r>
            <a:endParaRPr lang="en-US" sz="610" dirty="0"/>
          </a:p>
        </p:txBody>
      </p:sp>
      <p:sp>
        <p:nvSpPr>
          <p:cNvPr id="43" name="Text 11"/>
          <p:cNvSpPr/>
          <p:nvPr/>
        </p:nvSpPr>
        <p:spPr>
          <a:xfrm>
            <a:off x="4086628" y="3477856"/>
            <a:ext cx="1156699" cy="1313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6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 ≤ 30</a:t>
            </a:r>
            <a:endParaRPr lang="en-US" sz="760" dirty="0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00047" y="3360059"/>
            <a:ext cx="1194902" cy="261937"/>
          </a:xfrm>
          <a:prstGeom prst="rect">
            <a:avLst/>
          </a:prstGeom>
        </p:spPr>
      </p:pic>
      <p:sp>
        <p:nvSpPr>
          <p:cNvPr id="12" name="AutoShape 2" descr="data:image/jpg;base64,%20/9j/4AAQSkZJRgABAQEAYABgAAD/2wBDAAUDBAQEAwUEBAQFBQUGBwwIBwcHBw8LCwkMEQ8SEhEPERETFhwXExQaFRERGCEYGh0dHx8fExciJCIeJBweHx7/2wBDAQUFBQcGBw4ICA4eFBEUHh4eHh4eHh4eHh4eHh4eHh4eHh4eHh4eHh4eHh4eHh4eHh4eHh4eHh4eHh4eHh4eHh7/wAARCAJAA7U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6z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q2p31npmnz6hqFwlta26F5ZXOFRR1JoAs0VmeGvEGi+JdMGp6DqdtqNnvMfnQPuXcOoz681naF488Ha5rUmi6P4j0+91GMMXtopcuNpw3HtQB0lFYer+L/AAzpGvWmg6nrdna6pe7fs1rI+JJdzFVwO+SCK3KACiiigAorFn8V+G4PFMPhebWbRNbmTfHZF/3rLgtkD6KT+FbVABRXMeM/iD4L8GzQw+KPEmn6XLMN0cc8mGYeuBzit3SNRsdX0u21TTLqO6srqMSwTRnKyIRkEe1AFq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s/xLpses+HtR0mYApeW0kBz0+ZSP61oUUAfG/7K3jA+C/hd8U9EvnMcnh+R7yJWODudGiOPo0Sf99V5r8E4dV8B/E74c+OtSk22fiaadSxGMKZGifPrw6t/wACFH7SVlqnhP46eMvD2l/u7fxMYWKjo6SukuB/20Ur+de4/tSeBho37Nvha40+LFz4RltXDY5CMoRx/wB97Cf92gDPiT/hOv29nc/vLLwzbF29EMSBR/5FkBrrvE/7RGrXfjG/8MfDDwDd+L5tNYi8uVlKRqQcEKApzzxkkdDwa5T9hrTr7X4PHvjzUMPf6tMLOOU+u0vJ+BLx/wDfNZX7JXjHw38NNb8a+FfHd/DoeqG/80S3nyLKq5BG49+49d3FAHtnwM+NGn/Ei7v9DvdHuNA8SaaCbrTp33HaDgspwCQCRkEAjIrz24/ae1y817XPDnhv4ZXWq6tpl7LAqQ3hkVoo3KtI2IwV6DA569eOcT4LXCeOv2w/EHjnwzG58PWttJHLdBCqTsyBFH1J+b6LVr9jSJD8ZvizMVBcagyg45ANxNn+lAGPqetPJ+2v4Q1/X7ePRmbQluruKSXK22bOdmDMQOnfgV7F8KPjNffErxpqNj4c8IMfDFjIUbXJ7wp5hHTZF5fJJ7bunJx0rwn9ovwe/j79sbTPCK35sF1CwhWScLkpGscjvgdyVUgdsnmu4/ZK1y98DeL9e+CHicol5ZXDz6bLt2idO+PXIww/EdqAPJPH3iDXvEH7USahrfwql1W8hg8qPw5cz7/PRQ218lMYOd2Npr6M+JHxn0/4bWPh3wpong+W98R3tlCbXQbVgi2ilQFjJC8YIIAC/wAPauE1j/k/+w/7By/+imrP+J19b+Af21NP8YeKlaLQ760RYLtlzHEfK8s89sMCT6Bs0Ad14N/aE1JfG1l4R+JngW68H3uoECzmeUvHIScAEFRjnjIJ5PamfEb9oy68LfFfWPh7YeBbjWL60SIWbwXh3XMkkMcgUx+X8oG8jO49PevPv2oPFOg/FLx94F8MeALyLW9RhvPNkubT50hUsvG4emCx9MVf8P26/wDDwzVVlAdorKPkjPzDToeaAPUdR+Ncnhj4M2vjrx14Zm0fU7ud7e30dJd0kjhmA5YDbkKT0OB61x8X7R3i/R7rSrzxz8Kb3RdB1WRUt72O4LsueRlSg3cc44OKr/t9afenw94R8QR27z2Gl6mxvAoztDBSpPt8hGfcV0fi79ov4a6b4Z0OXTRF4qu7ySKNdNtSpmhyv3iGGAQcLjgnNAGv8ZfjfbeC9V0nw34d0KfxP4l1aNZbayifYqo33WY4JyecDHQckVW+GHxwu9a8ff8ACv8Ax14Rn8J+I5IzJaxvN5kVwAC2ASAQcAkdQcHnPFeHfHKC6sf2rtH8Qaprd/4MsNWsYWttTRAzWn7jyyp5wMNw3PAbNbnhzR/CetftE+HA3xa8QeMPEGmvHNBMlgskBjQlzG0qt8oxnJxxuoA+vqKKKACiiigAooooAKKKKACiiigAooooAKKKKACiiigAooooAKKKKACiiigAooooAKKKKACiiigAooooAKKKKACiiigAooooAKKKKACiiigAooooAKKKKACiiigAooooAKKKKACiiigAooooAKKKKACiisD4i6heaV4G1jUdPm8m7gtXeKTaG2tjg4PBoA36K5+Pwd4jaNWPxC1fJAP/AB52v/xunf8ACG+Iv+ihav8A+Adr/wDG6AN6isH/AIQ3xF/0ULV//AO1/wDjdH/CG+Iv+ihav/4B2v8A8boA3qKwf+EN8Rf9FC1f/wAA7X/43R/whviL/ooWr/8AgHa//G6AN6isH/hDfEX/AEULV/8AwDtf/jdH/CG+Iv8AooWr/wDgHa//ABugDeorB/4Q3xF/0ULV/wDwDtf/AI3R/wAIb4i/6KFq/wD4B2v/AMboA3qKwf8AhDfEX/RQtX/8A7X/AON0f8Ib4i/6KFq//gHa/wDxugDeorB/4Q3xF/0ULV//AADtf/jdH/CG+Iv+ihav/wCAdr/8boA3qKwf+EN8Rf8ARQtX/wDAO1/+N0f8Ib4i/wCihav/AOAdr/8AG6AN6isH/hDfEX/RQtX/APAO1/8AjdH/AAhviL/ooWr/APgHa/8AxugDeorB/wCEN8Rf9FC1f/wDtf8A43R/whviL/ooWr/+Adr/APG6AN6isH/hDfEX/RQtX/8AAO1/+N0f8Ib4i/6KFq//AIB2v/xugDeorB/4Q3xF/wBFC1f/AMA7X/43WJ450XxR4f8ACOpazb+PdTmltIDIiPZ220keuI6AO5orn4/B3iNo1Y/ELV8kA/8AHna//G6d/wAIb4i/6KFq/wD4B2v/AMboA3qKwf8AhDfEX/RQtX/8A7X/AON0f8Ib4i/6KFq//gHa/wDxugDeorB/4Q3xF/0ULV//AADtf/jdH/CG+Iv+ihav/wCAdr/8boA3qKwf+EN8Rf8ARQtX/wDAO1/+N0f8Ib4i/wCihav/AOAdr/8AG6AN6isH/hDfEX/RQtX/APAO1/8AjdH/AAhviL/ooWr/APgHa/8AxugDeorB/wCEN8Rf9FC1f/wDtf8A43R/whviL/ooWr/+Adr/APG6AN6isH/hDfEX/RQtX/8AAO1/+N0f8Ib4i/6KFq//AIB2v/xugDeorB/4Q3xF/wBFC1f/AMA7X/43R/whviL/AKKFq/8A4B2v/wAboA3qKwf+EN8Rf9FC1f8A8A7X/wCN0f8ACG+Iv+ihav8A+Adr/wDG6AN6isH/AIQ3xF/0ULV//AO1/wDjdYfjjRvFGgeHZdSt/HupyyLNDGFeztsfPKqE8R+jGgDuqKwB4N8RYH/FwtX/APAO1/8AjdL/AMIb4i/6KFq//gHa/wDxugCLX/Ang3xBrtvruteGtM1DU7ZVWG6ngDSIFYsoB9iSfxrW1zStN1zSp9K1eygvrG4XZNBMu5HHoRWd/wAIb4i/6KFq/wD4B2v/AMbo/wCEN8Rf9FC1f/wDtf8A43QBZ8LeG9B8LaZ/Znh3SbTS7LeZPItowibj1OB3rI8Y/DfwL4wuVuvEnhjTdRuF4E0sI349Nw5q9/whviL/AKKFq/8A4B2v/wAbo/4Q3xF/0ULV/wDwDtf/AI3QBa8M+HtD8M6Yum6BpVpptmvIit4wi59Tjqar+HfCPhjw7qF/qGh6HY6dd6i++8mgiCtO2Scse/LE/jTf+EN8Rf8ARQtX/wDAO1/+N0f8Ib4i/wCihav/AOAdr/8AG6AHT+EPDE/iyHxZNoVjJrsCbIr9oh5yLtK4DfRiPxpt/wCDfCt/4mtvE15oNhPrVqAIL5oh50YGcYbr3NH/AAhviL/ooWr/APgHa/8Axuj/AIQ3xF/0ULV//AO1/wDjdADpPCHhiTxUnip9DsW1xE2LfmIecFxjG76VN4p8M+H/ABTpx0/xFpFnqdrnPl3EQcA+oz0qv/whviL/AKKFq/8A4B2v/wAbo/4Q3xF/0ULV/wDwDtf/AI3QBU8GfDvwT4Nlkm8M+GtP02aQYeWKIbyPTd1xV2Lwf4Xi8XS+Lo9CsV1+VdsmoCIecw2BMFv90AfQU3/hDfEX/RQtX/8AAO1/+N0f8Ib4i/6KFq//AIB2v/xugDW1OxstTsZbHULWG6tZl2yQyoGVx6EGuQ8P/CT4baBq66tpHg7SbW9VtySrCCUPquen4Vs/8Ib4i/6KFq//AIB2v/xuj/hDfEX/AEULV/8AwDtf/jdAEvi3wr4d8WaeNP8AEmjWeqWwO5UuIg20+o9KpeCvAPg3wZ5p8MeHbDTHlGJJIYgHYehbrirH/CG+Iv8AooWr/wDgHa//ABuj/hDfEX/RQtX/APAO1/8AjdAG9RWD/wAIb4i/6KFq/wD4B2v/AMbrA8d6T4p8P6JBfW/jzU5pJdSsrPbJZ22As9zFCx4j6gOSPcCgDvaKwf8AhDfEX/RQtX/8A7X/AON0f8Ib4i/6KFq//gHa/wDxugDeorB/4Q3xF/0ULV//AADtf/jdH/CG+Iv+ihav/wCAdr/8boA3qKwf+EN8Rf8ARQtX/wDAO1/+N0f8Ib4i/wCihav/AOAdr/8AG6AN6isH/hDfEX/RQtX/APAO1/8AjdH/AAhviL/ooWr/APgHa/8AxugDeorB/wCEN8Rf9FC1f/wDtf8A43R/whviL/ooWr/+Adr/APG6AN6isH/hDfEX/RQtX/8AAO1/+N0f8Ib4i/6KFq//AIB2v/xugDeorB/4Q3xF/wBFC1f/AMA7X/43R/whviL/AKKFq/8A4B2v/wAboA3qKwf+EN8Rf9FC1f8A8A7X/wCN0f8ACG+Iv+ihav8A+Adr/wDG6AN6isH/AIQ3xF/0ULV//AO1/wDjdH/CG+Iv+ihav/4B2v8A8boA3qKwf+EN8Rf9FC1f/wAA7X/43WJ450XxR4f8K32r2/j3U5ZbdQVR7O22klgOcR+9AHc0Vz6eDvETIrf8LC1fkZ/487X/AON07/hDfEX/AEULV/8AwDtf/jdAG9RWD/whviL/AKKFq/8A4B2v/wAbo/4Q3xF/0ULV/wDwDtf/AI3QBvUVg/8ACG+Iv+ihav8A+Adr/wDG6P8AhDfEX/RQtX/8A7X/AON0Ab1FYP8AwhviL/ooWr/+Adr/APG6P+EN8Rf9FC1f/wAA7X/43QBvUVg/8Ib4i/6KFq//AIB2v/xuj/hDfEX/AEULV/8AwDtf/jdAG9RWD/whviL/AKKFq/8A4B2v/wAbo/4Q3xF/0ULV/wDwDtf/AI3QBvUVg/8ACG+Iv+ihav8A+Adr/wDG6P8AhDfEX/RQtX/8A7X/AON0Ab1FYP8AwhviL/ooWr/+Adr/APG6P+EN8Rf9FC1f/wAA7X/43QBvUVg/8Ib4i/6KFq//AIB2v/xuj/hDfEX/AEULV/8AwDtf/jdAG9RWD/whviL/AKKFq/8A4B2v/wAbo/4Q3xF/0ULV/wDwDtf/AI3QBvUVg/8ACG+Iv+ihav8A+Adr/wDG6P8AhDfEX/RQtX/8A7X/AON0Ab1FYP8AwhviL/ooWr/+Adr/APG6yPEun+I/DJ0u9PjK/wBQSbU7e2kgmtbdVZHfaeVQHp70AdrRRRQAUUUUAFFFFABRRRQBzd/4+8D2F7NZX3jDQLa5gcxywy6hEjxsOCCC2QR6Vf0rxL4d1bT59Q0vXdMvbO3JE89vdJJHGQM4ZgcDjnmuN+MqeH9B8NT38PhnR7vXNSnW1svNso2aW4kOAxJGTjlj9K5Lxr4Us/B/w48KeDbdVEes6/bQ6rIgC/aGYM75x2JQDHTHFAHrfh7xX4Z8Qyyw6Hr2nalJD/rEtrhXZR6kA9Pes/4tf8k11/8A683rkPivp2neGvE/gHxBo9lBY3I12PTJTbxhPMt5o33IcdfuDGeldd8Xiw+GXiEooZvsMm0E4BOKAO/g/wBRH/uj+VPrjbbVPiH5cYPhHRAuBk/223T/AL8V1Ye6xzBHn/rp/wDWoAnoqDfdf88I/wDv5/8AWo33X/PCP/v5/wDWoAnoqDfdf88I/wDv5/8AWo33X/PCP/v5/wDWoAnoqDfdf88I/wDv5/8AWo33X/PCP/v5/wDWoAnoqDfdf88I/wDv5/8AWo33X/PCP/v5/wDWoAnoqDfdf88I/wDv5/8AWo33X/PCP/v5/wDWoAnoqDfdf88I/wDv5/8AWo33X/PCP/v5/wDWoAnoqDfdf88I/wDv5/8AWo33X/PCP/v5/wDWoAnoqDfdf88I/wDv5/8AWo33X/PCP/v5/wDWoAnoqDfdf88I/wDv5/8AWo33X/PCP/v5/wDWoAnoqDfdf88I/wDv5/8AWo33X/PCP/v5/wDWoAnrI8Z6VHrnhfUNJmleKO5iMbOvUD2zWhvuv+eEf/fz/wCtUN8919kl/cR/d/56f/WoAuINqKvoAKWoA91j/UR/9/P/AK1G+6/54R/9/P8A61AE9FQb7r/nhH/38/8ArUb7r/nhH/38/wDrUAT0VBvuv+eEf/fz/wCtRvuv+eEf/fz/AOtQBPRUG+6/54R/9/P/AK1G+6/54R/9/P8A61AE9FQb7r/nhH/38/8ArUb7r/nhH/38/wDrUAT0VBvuv+eEf/fz/wCtRvuv+eEf/fz/AOtQBPRUG+6/54R/9/P/AK1G+6/54R/9/P8A61AE9FQb7r/nhH/38/8ArUb7r/nhH/38/wDrUAT0VBvuv+eEf/fz/wCtRvuv+eEf/fz/AOtQBPWP4x0mPWtCfT5pXiRpoZCydfkkVx191rR33X/PCP8A7+f/AFqgvnuvsx/cR/eX/lp7j2oAvDoKKg33X/PCP/v5/wDWo33X/PCP/v5/9agCeioN91/zwj/7+f8A1qN91/zwj/7+f/WoAnoqDfdf88I/+/n/ANajfdf88I/+/n/1qAJ6Kg33X/PCP/v5/wDWo33X/PCP/v5/9agCeioN91/zwj/7+f8A1qN91/zwj/7+f/WoAnoqDfdf88I/+/n/ANajfdf88I/+/n/1qAJ6Kg33X/PCP/v5/wDWo33X/PCP/v5/9agCeioN91/zwj/7+f8A1qN91/zwj/7+f/WoAnoqDfdf88I/+/n/ANajfdf88I/+/n/1qAJ6xPGmjxa5pMFnNM8SR6hZ3WUxkmG4jlA57EoAfY1qb7r/AJ4R/wDfz/61V797ryF/cR/6xP8Alp/tD2oAv0VBvuv+eEf/AH8/+tRvuv8AnhH/AN/P/rUAT0VBvuv+eEf/AH8/+tRvuv8AnhH/AN/P/rUAT0VBvuv+eEf/AH8/+tRvuv8AnhH/AN/P/rUAT0VBvuv+eEf/AH8/+tRvuv8AnhH/AN/P/rUAT0VBvuv+eEf/AH8/+tRvuv8AnhH/AN/P/rUAT0VBvuv+eEf/AH8/+tRvuv8AnhH/AN/P/rUAT0VBvuv+eEf/AH8/+tRvuv8AnhH/AN/P/rUAT0VBvuv+eEf/AH8/+tRvuv8AnhH/AN/P/rUAT0VBvuv+eEf/AH8/+tRvuv8AnhH/AN/P/rUAT1keMtKj1vw3d6XNK8Uc4AZl6jDA8Z+laG+6/wCeEf8A38/+tUF8919lf9xH0/56f/WoAuoMKB6ClqAPdY/1Ef8A38/+tRvuv+eEf/fz/wCtQBPRUG+6/wCeEf8A38/+tRvuv+eEf/fz/wCtQBPRUG+6/wCeEf8A38/+tRvuv+eEf/fz/wCtQBPRUG+6/wCeEf8A38/+tRvuv+eEf/fz/wCtQBPRUG+6/wCeEf8A38/+tRvuv+eEf/fz/wCtQBPRUG+6/wCeEf8A38/+tRvuv+eEf/fz/wCtQBPRUG+6/wCeEf8A38/+tRvuv+eEf/fz/wCtQBPRUG+6/wCeEf8A38/+tRvuv+eEf/fz/wCtQBPRUG+6/wCeEf8A38/+tRvuv+eEf/fz/wCtQBPRUG+6/wCeEf8A38/+tRvuv+eEf/fz/wCtQBPRUG+6/wCeEf8A38/+tRvuv+eEf/fz/wCtQBPXF/Fv/kFaN/2HLL/0aK6DWbnXILIvpOl2l5c7hiOa8MK47ncEb+VefePr7xhcRaJHrPh/S7G0/tq0LSwam0z58wYAUxL/ADoA72iiigAooooAKKKKACiiigDhPGegatrXxR8HXf2TfoelC5uriUuuBcFQsQ2k5P8AFyB3qx8XvDeoeIvDds2jiNtV0y+i1CzSRtqu8ZPyk9sqWGfeuzooA8vu7Lxd448W+GpNY8MyeHtI0S5GpTefdxSvcXKqVjVBGxwo3MSTjOa6f4tf8k11/wD683rqa5b4tf8AJNdf/wCvN6AO+g/1Ef8Auj+VPpkH+oj/AN0fyp9ABRRRQAUUUUAFFFFABRRRQAUUUUAFFFFABRRRQAUUUUAFFFFABRRRQAVDff8AHpL/ALtTVDff8ekv+7QBMOlFA6UUAFFFFABRRRQAUUUUAFFFFABRRRQAUUUUAFFFFABRRRQAVBff8ex/3l/mKnqC+/49j/vL/MUAT0UUUAFFFFABRRRQAUUUUAFFFFABRRRQAUUUUAFFFFABRRRQAVXv/wDUL/10T/0IVYqvf/6hf+uif+hCgCxRRRQAUUUUAFFFFABRRRQAUUUUAFFFFABRRRQAUUUUAFFFFABUF/8A8ej/AEqeoL//AI9H+lAE46UUDpRQAUUUUAFFFFABRRRQAUUUUAFFFFABRRRQAUUUUAFFFFABRRRQAUUUUAFcX8W/+QVo3/Ycsv8A0aK7SuL+Lf8AyCtG/wCw5Zf+jRQBuUUUUAFFFFABRRRQAUUUUAFFFFABXLfFr/kmuv8A/Xm9dTXLfFr/AJJrr/8A15vQB30H+oj/AN0fyp9Mg/1Ef+6P5U+gAooooAKKKKACiiigAooooAKKKKACiiigAooooAKKKKACiiigAooooAKhvv8Aj0l/3a8S+P8A8XfEmgeOND+Gfw7060vvFmroJTJd5MNtGSQCQCMn5WPsB3zT/hF4u+L0njDWPBvxP8Nw7YLfzrbWrCErbOeDsJ6EkNwR6EGgD3AdKK+Wf2jf2oI/D9zHoHw3kivdQgvFi1G/lgLwQfeHlDOMuSDz/snrX0x4fuZb3QdPvJyDLPaxSOQMDcygn9TQBeooooAKKKKACiiigAooooAKKKKACiiigAooooAKKKKACoL7/j2P+8v8xU9QX3/Hsf8AeX+YoAnooooAKKKKACiiigAooooAKKKKACiiigAooooAKKKKACiiigAqvf8A+oX/AK6J/wChCrFV7/8A1C/9dE/9CFAFiiiigAooooAKKKKACiiigAooooAKKKKACiiigAooooAKKKKACoL/AP49H+lT1Bf/APHo/wBKAJx0ooHSigAooooAKKKKACiiigAooooAKKKKACiiigAooooAKKKKACiiigAooooAK4v4t/8AIK0b/sOWX/o0V2lcX8W/+QVo3/Ycsv8A0aKANyiiigAooooAKKKKACiiigAopHdUG52VR6k4paACuW+LX/JNdf8A+vN66hHV87GVsHBwc4Ncv8Wv+Sa6/wD9eb0Ad9B/qI/90fyp9Mg/1Ef+6P5U+gAooooAKKKKACiiigAooooAKKKKACiiigAoopGZVG5iAPU0ALRUfnw/89o/++hR58P/AD2j/wC+hQBJRUfnw/8APaP/AL6FHnw/89o/++hQBJRUfnw/89o/++hR58P/AD2j/wC+hQB8VfGnQdU1z9um00e31270I6lZQxx3tq2yVITAVcI3ZjhwD711XwzvvEfwy/acufg+3ifVPEXh3UrBrmD+0ZTLLbSCEyghj0+6wIGAcg4zXqnx5+DWjfE650zWrbXp/D3iXSuLPVLUgsFzuCsMgkA5IIIIJPrWb8I/gnZ+BvEGpeNfEXi278W+K7uAw/b7s48qM4yFBYkkgAZJ6DAAycgHAft2eGtA8N/BbRodB0ez05bjxZDNP5EQUyyNBcksx6sfc19MeEf+RT0f/rxg/wDRa1w/7QfwytPi54P0/wAPS+IBo4s9TjvxMsAmLlI5E2Y3LjPmZznt0rv9Jjg0/SrSwFykgtoEh35A3bVAzjt0oAu0VH58P/PaP/voUefD/wA9o/8AvoUASUVH58P/AD2j/wC+hR58P/PaP/voUASUVH58P/PaP/voUomhJwJUJ/3hQA+iiigAooooAKKKKACiiigAooooAKgvv+PY/wC8v8xU9QX3/Hsf95f5igCeiiigAooooAKKKKACiiigAooooAKKKKACiiigAooooAKKKKACq9//AKhf+uif+hCrFV7/AP1C/wDXRP8A0IUAWKKKKACiiigAooooAKKKKACiiigAooooAKKKKACiiigAooooAKgv/wDj0f6VPUF//wAej/SgCcdKKB0ooAKKKKACiiigAooooAKKKKACiiigAooooAKKKKACiiigAooooAKKKKACuL+Lf/IK0b/sOWX/AKNFdpXF/Fv/AJBWjf8AYcsv/RooA3KKKKACiiigAooooAKKKKAPnzUtc8J+JPHvim48dS6hf2ul3z6ZpulWizOIViVfNnZIucszcMfTA6cXdSvmsfhHoujeH/F1xqlnr2upp9re4KTW1u5LNCWJJ3KEZcnB56DFX/DN1YfDX4h+NU8Q2V1FDrd9/aVlqEds0qTIwy0RKg4KsTweua56Lw3rDeBLzxZb6TdJGvjE+IbLTfLxKLXAQ4XsxUs232HrQB03iLw/p3wz8XeD9W8MG4s7TU9TXSNStmuHeOdZEYpIQxPzKUJyMZzXcfF5lj+GXiB2OFWxkJPtiuK8R61bfEjxd4P0vw/bXk1npupJrGoXM1s8SQiNGCRksBlmLkYHTFdt8W/+Sa6//wBeb0AaNt8R/BpjjQawNxAGPIk6/wDfNdSLu3Iz5n6GnW6J5EfyL90dvapaAIftVv8A89P0NH2q3/56foamooAh+1W//PT9DR9qt/8Anp+hqaigCH7Vb/8APT9DR9qt/wDnp+hqaigCH7Vb/wDPT9DR9qt/+en6GpqKAIftVv8A89P0NH2q3/56foamooAh+1W//PT9DR9qt/8Anp+hqaigCH7Vb/8APT9DXl37U9xFJ8FdUjSQ/Pd2KkDIyDdxAj8RmvV68t/aq/5IrqX/AF+2H/pZDWdX4Jehth1erFeaPlj+xtM/584/zNH9jaZ/z5x/ma0KK/PvrFb+d/ez9e+p4f8A59r7kZ/9jaZ/z5x/maP7G0z/AJ84/wAzWhRR9Yrfzv72H1PD/wDPtfcjP/sbTP8Anzj/ADNH9jaZ/wA+cf5mtCij6xW/nf3sPqeH/wCfa+5Gf/Y2mf8APnH+Zo/sbS/+fOP9a0KKPrFb+d/ew+p4f/n2vuRn/wBjaZ/z5x/rR/Y2mf8APnH+ZrQoo+sVv5397D6nh/8An2vuRn/2Npn/AD5x/maP7G0z/nzj/M1oUUfWK387+9h9Tw//AD7X3Iz/AOxtM/584/zNH9jaZ/z5x/ma0KKPrFb+d/ew+p4f/n2vuRn/ANjaZ/z5x/maRdPsrO/024t4RFImo2uHUnI/fpWjUM//AB86f/2EbT/0elb4WvVdeCcnuuvmcmPwlBYWo1BfC+i7H3Ol1b7B+87ehp32q3/56foalT7g+lLX3x+TEP2q3/56foaPtVv/AM9P0NTUUAQ/arf/AJ6foaPtVv8A89P0NTUUAQ/arf8A56foaPtVv/z0/Q1NRQBD9qt/+en6Gj7Vb/8APT9DU1FAEP2q3/56foagvrqD7Of3n8S9j6irtQX3/Hsf95f5igA+1W//AD0/Q0v2q3/56foamooAh+1W/wDz0/Q0farf/np+hqaigCH7Vb/89P0NH2q3/wCen6GpqKAIftVv/wA9P0NH2q3/AOen6GpqKAIftVv/AM9P0NH2q3/56foamooAh+1W/wDz0/Q0farf/np+hqaigCH7Vb/89P0NH2q3/wCen6GpqKAIftVv/wA9P0NH2q3/AOen6GpqKAIftVv/AM9P0NH2q3/56foamooAh+1W/wDz0/Q1Xv7qDyF/ef8ALROx/vCr1V7/AP1C/wDXRP8A0IUAO+1W/wDz0/Q0farf/np+hqaigCH7Vb/89P0NH2q3/wCen6GpqKAIftVv/wA9P0NH2q3/AOen6GpqKAIftVv/AM9P0NH2q3/56foamooAh+1W/wDz0/Q0farf/np+hqaigCH7Vb/89P0NH2q3/wCen6GpqKAIftVv/wA9P0NH2q3/AOen6GpqKAIftVv/AM9P0NH2q3/56foamooAh+1W/wDz0/Q0farf/np+hqaigCH7Vb/89P0NQX11B9lf9529DV2oL/8A49H+lAALq3x/rP0NL9qt/wDnp+hqYdKKAIftVv8A89P0NH2q3/56foamooAh+1W//PT9DR9qt/8Anp+hqaigCH7Vb/8APT9DR9qt/wDnp+hqaigCH7Vb/wDPT9DR9qt/+en6GpqKAIftVv8A89P0NH2q3/56foamooAh+1W//PT9DR9qt/8Anp+hqaigCH7Vb/8APT9DR9qt/wDnp+hqaigCH7Vb/wDPT9DR9qt/+en6GpqKAIftVv8A89P0NH2q3/56foamooAh+1W//PT9DR9qt/8Anp+hqaigDM1jXtJ0iyN5qF0IYAwXdsY8npwBXn3j/wAZ+G9ai0Sx0zUfPuG1q0YJ5TrwJBnkjFeplVPVQfqK4v4tKq6Xo21QP+J5ZdB/01FAG7RRRQAUUUUAFFFFABRRRQAUUUUAFct8Wv8Akmuv/wDXm9dTXLfFr/kmuv8A/Xm9AHfQf6iP/dH8qfTIP9RH/uj+VPoAKKKKACiiigAooooAKKKKACiiigAooooAK8t/aq/5IrqX/X7Yf+lkNepV5b+1V/yRXUv+v2w/9LIazrfw5ejNsP8Axoeq/M+aKKKK/OD9nCiiigAooooAKKKKACiiigAooooAKKKKACoZ/wDj50//ALCNp/6PSpqhn/4+dP8A+wjaf+j0rown8eHqvzOPMP8AdKv+F/kfdyfcH0paRPuD6UtfoZ+PBRRRQAUUUUAFFFFABRRRQAVBff8AHsf95f5ip6gvv+PY/wC8v8xQBPRRRQAUUUUAFFFFABRRRQAUUUUAFFFFABRRRQAUUUUAFFFFABVe/wD9Qv8A10T/ANCFWKr3/wDqF/66J/6EKALFFFFABRRRQAUUUUAFFFFABRRRQAUUUUAFFFFABRRRQAUUUUAFQX//AB6P9KnqC/8A+PR/pQBOOlFA6UUAFFFFABRRRQAUUUUAFFFFABRRRQAUUUUAFFFFABRRRQAUUUUAFFFFABXF/Fv/AJBWjf8AYcsv/RortK4v4t/8grRv+w5Zf+jRQBuUUUUAFFFFABRRRQAUUUUAFFFFABXLfFr/AJJrr/8A15vXU1y3xa/5Jrr/AP15vQB30H+oj/3R/Kn0yD/UR/7o/lT6ACiiigAooooAKKKKACiiigAooooAKKKKACvLf2qv+SK6l/1+2H/pZDXqVeW/tVf8kV1L/r9sP/SyGs638OXozbD/AMaHqvzPmiiiivzg/ZwooooAKKKKACiiigAooooAKKKKACiiigAqGf8A4+dP/wCwjaf+j0qaoZ/+PnT/APsI2n/o9K6MJ/Hh6r8zjzD/AHSr/hf5H3cn3B9KWkT7g+lLX6GfjwUUUUAFFFFABRRRQAUUUUAFQX3/AB7H/eX+YqeoL7/j2P8AvL/MUAT0UUUAFFFFABRRRQAUUUUAFFFFABRRRQAUUUUAFFFFABRRRQAVXv8A/UL/ANdE/wDQhXhv7VvxM8Z+DNW8GeG/AMtkuteILxoMXMQdcEoiDnplnPPtVn4V/wDDQn/CTrJ8Srnw3L4fEfzfYCpk83cu3oOnWgD3Givk2++KXxo+IniDxlf/AAvuNIsdA8KNIojuIt8l6Y8kheDksFJAOByK9p/Zw+JR+KXwxtPEdxbx29+kjW17En3RIuPmHsQQfzoA9JooooAKKKKACiiigAooooAKKKKACiiigAooooAKKKKACoL/AP49H+lT1Bf/APHo/wBKAJx0ooHSigAooooAKKKKACiiigAooooAKKKKACiiigAooooAKKKKACiiigAooooAK4v4t/8AIK0b/sOWX/o0V2lcX8W/+QVo3/Ycsv8A0aKANyiiigAooooAKKKKACiiigAoryzxF4i8a6n8TNY8OeFtY0TSrHR7S2a5lv7Yy7pptzBQQwx8uOPatDxJ4h8VeDvAiS6vc6bq/iG9vks7E28DQws0hAXKkk8AMTzzigD0OuW+LX/JNdf/AOvN65uLXfGnhPxZoWn+Lr7TtV03XZjaR3FtbmFra527lUjJ3K2CB34rpPi3/wAk11//AK8n/lQB30H+oj/3R/Kn1Xt7i38iP9/F90fxj0qfcPUUALRSbh6ijcPUUALRSbh6ijcPUUALRSbh6ijcPUUALRSbh6ijcPUUALRSbh6ijcPUUALRSbh6ijcPUUALXlv7VX/JFdS/6/bD/wBLIa9R3D1FeW/tUkf8KV1Lkf8AH7Yf+lkNZ1v4cvRm2H/jQ9V+Z800UUV+cH7OFFFFABRRRQAUUUUAFFFFABRRRQAUUUUAFQz/APHzp/8A2EbT/wBHpU1Q3H/Hzp//AGEbT/0eldGE/jw9V+Zx5h/ulX/C/wAj7uT7g+lLTUYbByOlLuHqK/Qz8eFopNw9RRuHqKAFopNw9RRuHqKAFopNw9RRuHqKAFopNw9RRuHqKAFqC+/49j/vL/MVNuHqKgvmH2Y8j7y/zFAFiik3D1FG4eooAWik3D1FG4eooAWik3D1FG4eooAWik3D1FG4eooAWik3D1FG4eooAWik3D1FIzoqlmdVA6kmgB1FQ/arX/n5h/77FH2q1/5+Yf8AvsUATUVD9qtf+fmH/vsUfarX/n5h/wC+xQBNRUP2q1/5+Yf++xR9qtf+fmH/AL7FAHhfxz+GXgT4lfF3w7B4g8fLYarb27Rw6Jb3MaXEyjdIWUZ3qcZOcdFrzPwnptx8If2srP4beGdV1C78N61aGSWyuJjJ5LeW8gb6gp17gn2r2r42/B3w38StS07Xo9eudA8Rabxa6lYygOADkA89j0IORVL4WfBnQvAmv3Xi7U/E154n8TXRSJtRv5QWjQsuQoyeuAM+nFAHl/7Ds0dh4A+J9tfSqk9tfSvcb+NoWJgxPpyDW5/wTot54/hNq9w6kRS6oRGexwgz/MVr+Pf2b9C1zxTq+s+HvHOqeGIddz/a9nZyjyrncctkZHBycg5HJ9a9d+G3hbw34A8HWXhfQZI0s7VT8zyAvI55Z2PqTQB1NFQ/arX/AJ+Yf++xR9qtf+fmH/vsUATUVD9qtf8An5h/77FH2q1/5+Yf++xQBNRUP2q1/wCfmH/vsUourYnAuIc/74oAlopNw9RRuHqKAFopNw9RRuHqKAFopNw9RRuHqKAFopNw9RRuHqKAFopNw9RRuHqKAFqC/wD+PR/pU24eoqG/YfZH5HSgCcdKKQMMdRRuHqKAFopNw9RRuHqKAFopNw9RRuHqKAFopNw9RRuHqKAFopNw9RRuHqKAFopNw9RRuHqKAFopNw9RRuHqKAFopNw9RRuHqKAFopNw9RRuHqKAFopNw9RRuHqKAFopNw9RRuHqKAFri/i3/wAgrRv+w5Zf+jRXZPIijczqo9ScVxXxYmhfTNFVJY2P9uWfAYH/AJaCgDfooooAKKKKACvm7xd8TfFFpN8TtZj1P7PZ6TOui6Zahc+XMXIM31IRjk9MivpGvnGTwD4N+J3xp8TLINX01tLvFOp2ZZRFeuvyh1GdyhsZzjnOcjNAE3wUk8aeGvHnhzSdf8U3utW/ibRDqMtveSvJJaSABgBvJK8Ng+pB9K+iK4rR/h3pdh8T9U8eyXM9zfXcMcFtE/3LSNY1Rgvrnbn0GTXa0AeU6f4L+F/i7xt4surqyk1XVo7pYtRhvWO2FgmFMajGAVHDc9ODXm8LTweGLdRdS3Hh3w38QUjsrmR94W1ClANx6qrSAA++O1e5+Jvh14N8R6q2ratowkvni8mSeG4lgeRP7rmNl3jt82eOK04/C/h6Pwv/AMIumkWg0byjEbPZ+7Knr+PfPXPNAHE/G10vtd+Hmj20oa8m8SQ3iqhy3kxRyb3+g3jmuk+LyrJ8MvECOoZWspAwIyCMdKd4W+H3hDwxqR1LRtHEN55PkCeW4lndI/7imRm2j2GKT4tf8k11/wD683oA0rb4Z/DsRxuPAvhsMACD/ZsWc/8AfNdQLO0AwLaED/cFSQf6iP8A3R/Kn0AQ/ZLX/n3i/wC+BR9ktf8An3i/74FTUUAQ/ZLX/n3i/wC+BR9ktf8An3i/74FTUUAQ/ZLX/n3i/wC+BR9ktf8An3i/74FTUUAQ/ZLX/n3i/wC+BR9ktf8An3i/74FTUUAQ/ZLX/n3i/wC+BR9ktf8An3i/74FTUUAQ/ZLX/n3i/wC+BR9ktf8An3i/74FTUUAQ/ZLX/n3i/wC+BXl37U1vbx/BfUmSGNWF7YYIUA/8fkNer15b+1V/yRXUv+v2w/8ASyGs638OXozbD/xoeq/M+aKKKK/OD9nCiiigAooooAKKKKACiiigAooooAKKKKACoLkA3GngjIOo2mR/23Sp6hn/AOPnT/8AsI2n/o9K6MJ/Hh6r8zjzD/dKv+F/kfc6WlrsH+jxdP7gp32S1/594v8AvgVKn3B9KWv0M/HiH7Ja/wDPvF/3wKPslr/z7xf98CpqKAIfslr/AM+8X/fAo+yWv/PvF/3wKmooAh+yWv8Az7xf98Cj7Ja/8+8X/fAqaigCH7Ja/wDPvF/3wKPslr/z7xf98CpqKAIfslr/AM+8X/fAqC+tLX7Mf9Hi+8v8A9RV2oL7/j2P+8v8xQAfZLX/AJ94v++BS/ZLX/n3i/74FTUUAQ/ZLX/n3i/74FH2S1/594v++BU1FAEP2S1/594v++BR9ktf+feL/vgVNRQBD9ktf+feL/vgUfZLX/n3i/74FTUUAQ/ZLX/n3i/74FH2S1/594v++BU1FAEP2S1/594v++BXmn7T1naH4I6+ptoSGECkbByDOmRXqNea/tO/8kT1362//o+OoqfAzSj/ABI+qPkgeGPDeP8AkA6Z/wCAyf4Uv/CMeG/+gDpn/gMn+Faw6Utfnnt6v8z+8/YfqtD+RfcjI/4Rjw3/ANAHTP8AwGT/AAo/4Rjw3/0AdM/8Bk/wrXoo9vV/mf3j+q0P5F9yMj/hGPDf/QB0z/wGT/Cj/hGPDf8A0AdM/wDAZP8ACteij29X+Z/eH1Wh/IvuRkf8Ix4b/wCgDpn/AIDJ/hR/wjHhv/oA6Z/4DJ/hWvRR7er/ADP7w+q0P5F9yMj/AIRjw3/0AdM/8Bk/wo/4Rjw3/wBAHTP/AAGT/Cteij29X+Z/eH1Wh/IvuRkf8Ix4b/6AOmf+Ayf4Uf8ACMeG/wDoA6Z/4DJ/hWvRR7er/M/vD6rQ/kX3IyP+EY8N/wDQB0z/AMBk/wAKP+EY8N/9AHTP/AZP8K16KPb1f5n94fVaH8i+5GR/wjHhv/oA6Z/4DJ/hVe+8P6DbRRz2+jafFKk0RV0t1BB3r0OK36p6v/x6D/rtF/6GtbYatUdaHvPddfM5cbhqKw9RqC2fRdj7shtLXyU/0eL7o/gHpT/slr/z7xf98Cnw/wCpT/dH8qfX6AfkZD9ktf8An3i/74FH2S1/594v++BU1FAEP2S1/wCfeL/vgUfZLX/n3i/74FTUUAQ/ZLX/AJ94v++BR9ktf+feL/vgVNRQBD9ktf8An3i/74FH2S1/594v++BU1FAEP2S1/wCfeL/vgVBfWlr9lf8A0eLp/cFXagv/APj0f6UAAtLXH/HvF/3wKX7Ja/8APvF/3wKmHSigCH7Ja/8APvF/3wKPslr/AM+8X/fAqaigCH7Ja/8APvF/3wKPslr/AM+8X/fAqaigCH7Ja/8APvF/3wKPslr/AM+8X/fAqaigCH7Ja/8APvF/3wKPslr/AM+8X/fAqaigCH7Ja/8APvF/3wKPslr/AM+8X/fAqaigCH7Ja/8APvF/3wKPslr/AM+8X/fAqaigCH7Ja/8APvF/3wKPslr/AM+8X/fAqaigCH7Ja/8APvF/3wKPslr/AM+8X/fAqaigCH7Ja/8APvF/3wKPslr/AM+8X/fAqaigCH7Ja/8APvF/3wKPslr/AM+8X/fAqaigDM1jw9oWs2Zs9W0ewv7YsGMNxAsiEjocEYrz/wAf+CfB2hw6Jf6L4V0XTrtdatFWe2sY45ADIMgMBnmvU64v4t/8grRv+w5Zf+jRQBuUUUUAFFFFABXgXxT+Ettd+Prvxjd/FOTw3PeEeQrP5bRqqgbUbzAcdTx6177Xxt8WxomreKvibdeNb2WPxBp7pD4ftHlZY/JDDayjuSmGx0yxOKAPb/hd8ONY8N+LTqV38UdW8SR28RjmsLiZ2VS6gqWBkbBxyMivWq+fPBuqaPfftMwXnhHWJr+G/wBGzrKxsWgWSONUQZ9cKOPX619B0AFFFFABXLfFr/kmuv8A/Xm9dTXLfFr/AJJrr/8A15vQB30H+oj/AN0fyp9Mg/1Ef+6P5U+gAooooAKKKKACiiigAooooAKKKKACiiigAry39qr/AJIrqX/X7Yf+lkNepV5b+1V/yRXUv+v2w/8ASyGs638OXozbD/xoeq/M+aKKKK/OD9nCiiigAooooAKKKKACiiigAooooAKKKKACoZ/+PnT/APsI2n/o9KmqGf8A4+dP/wCwjaf+j0rown8eHqvzOPMP90q/4X+R93J9wfSlpE+4PpS1+hn48FFFFABRRRQAUUUUAFFFFABUF9/x7H/eX+YqZ2VELuwVVGSScACuS8I+P/CXjmDUh4V1iHUhp0yRXTRA4RiTjk9c7TQB11Fc5468ceF/BFna3XifVodPju5hBBvyTI57ADmuhjdZI1kQ5VgCD6g0AOooooAKKKKACiiigAooooAK81/ad/5Inrv1t/8A0fHXpVea/tO/8kT1362//o+OoqfAzSj/ABI+qPl8dKWkHSlr83P2kKKKKACiiigAooooAKKKKACiiigAooooAKp6v/x6D/rtF/6GtXKp6v8A8eg/67Rf+hrW+G/jQ9V+Zy47/dqn+F/kfeUP+pT/AHR/Kn0yH/Up/uj+VPr9EPxwKKKKACiiigAooooAKKKKACoL/wD49H+lT1Bf/wDHo/0oAnHSigdKKACiiigAooooAKKKKACiiigAooooAKKKKACiiigAooooAKKKKACiiigAri/i3/yCtG/7Dll/6NFdpXF/Fv8A5BWjf9hyy/8ARooA3KKKKACiiigArwvxzqfwg8UeNdb0P4jaTb2Wo6IQYruWV4TcwFQQVdCCcFiNpz6j0HoPxXvfiDY6XaP8PdL0/UbxpiLhLw4VUxwR8685968B+J/g343fESKH+3fAvh6O5gP7u7tZVSYD+6SZSCPYigDt/gPr/hebxpJo/wANPAsll4bEchvNanV2eZx91VZiSFz2JP0HWveq8b+CQ+MOm3thofizw7otjoFtamPz7YIJSyqAmQj45xzha9koAKKKKACuW+LX/JNdf/683rqa5b4tf8k11/8A683oA76D/UR/7o/lT6ZB/qI/90fyp9ABRRRQAUUUUAFFFFABRRRQAUUUUAFFFFABXlv7VX/JFdS/6/bD/wBLIa9Sry39qr/kiupf9fth/wClkNZ1v4cvRm2H/jQ9V+Z80UUUV+cH7OFFFFABRRRQAUUUUAFFFFABRRRQAUUUUAFQz/8AHzp//YRtP/R6VNUM/wDx86f/ANhG0/8AR6V0YT+PD1X5nHmH+6Vf8L/I+7k+4PpS0ifcH0pa/Qz8eCiiigAooooAKKKKACiiigDwj9prxfq+p31h8G/A82PEXiIYvZ05+w2Z++7Y6ZGfwz6157/wT8sxp1p8RtPVzILbVLaEMerbTKM/pXW+Mf2cfFWqfFLXPHnh74vX3hy51aTJS205i8ceAAm8Trkcegrzj9irwP4stfGfijV7rxBqljY6dfLFc2Mts6JqjMXAlJLAfLgno33utAHN/tQ+BfH+mRaD42+I/iwarql9rS2ttY24At7ODDMAMADdwOg+pJNfd+m/8g62/wCuKfyFfOf7fNhfX/hDwcljZXN0ya+jOIYmcqPLbk4HAr6N04EafbAjBESfyFAE9FFFABRRRQAUUUUAFFFFABXmv7Tv/JE9d+tv/wCj469KrzX9p3/kieu/W3/9Hx1FT4GaUf4kfVHy+OlLSDpS1+bn7SFFFFABRRRQAUUUUAFFFFABRRRQAUUUUAFU9X/49B/12i/9DWrlU9X/AOPQf9dov/Q1rfDfxoeq/M5cd/u1T/C/yPvKH/Up/uj+VPpkP+pT/dH8qfX6IfjgUUUUAFFFFABRRRQAUUUUAFQX/wDx6P8ASp6gv/8Aj0f6UATjpRQOlFABRRRQAUUUUAFFFFABRRRQAUUUUAFFFFABRRRQAUUUUAFFFFABRRRQAVxfxb/5BWjf9hyy/wDRortK4v4t/wDIK0b/ALDll/6NFAG5RRRQAUUUUAFfMk3xEk+Gfxw8YRXGla/rum306yF1B3W7kbisYJKsnzYH3Txjtz9N14R4/wDiF8Q9d8eal4R+FOi2ty2kELf303lkeZ3QFyFGDx65B7DkA6j4c/GfR/G/iZNBsvDviCwmeJ5BNeW6JGAozjIY816fXjfwg+IPi6TxnL4A+JGiw2GvrbG6tp4Qu2ePnOdpK+vKnsQRmvZKAOb+JHi+w8E+FbrXL5TKYxtgt1PzTydkH+eBWZJ8QrW1+FmneNr6xk339vC8NjC+5nllxtiUnGeT1x715P4u8eeG9c1bxLqHiO6u7dtPguLDQtPOn3DgEqQ9w7KhTcx4HPyqPelh1vT9Y+EnwvWwmkkj03XNPtr/AHwvGEYQtxlgNwyV5GR70Aem6H4812LxPp+g+NPCY0CTVQ39nXEV8tzFI6jJichV2Pjp1BrY+LX/ACTXX/8Arzeuc+OuW1D4fRwEfaj4stmj9dojl3H6cjP4V0XxeDN8MvEKqxQmxkAYduOtAHfwf6iP/dH8qfXG23hjxQI42PxD1YjAOPsVr+X+rrqxDNj/AI+5D/wFf8KAJ6Kg8mb/AJ+n/wC+V/wo8mb/AJ+n/wC+V/woAnoqDyZv+fp/++V/wo8mb/n6f/vlf8KAJ6Kg8mb/AJ+n/wC+V/wo8mb/AJ+n/wC+V/woAnoqDyZv+fp/++V/wo8mb/n6f/vlf8KAJ6Kg8mb/AJ+n/wC+V/wo8mb/AJ+n/wC+V/woAnoqDyZv+fp/++V/wo8mb/n6f/vlf8KAJ68t/aq/5IrqX/X7Yf8ApZDXpfkzf8/T/wDfK/4V5f8AtTRyL8F9SLXDuPtthwVH/P5DWdb+HL0Zth/40PVfmfNtFFFfnB+zhRRRQAUUUUAFFFFABRRRQAUUUUAFFFFABUM//Hzp/wD2EbT/ANHpU1QXPM+n4OD/AGjac/8AbdK6MJ/Hh6r8zjzD/dKv+F/kfd6fcH0parpDNsH+lP0/ur/hS+TN/wA/T/8AfK/4V+hn48T1z3xJ8SP4Q8Caz4mjs1vX061edbdpfLEhHYtg4+uDW15M3/P0/wD3yv8AhXBftDxSj4JeLS1w7D+zZONo54+lJuyKirtI8wH7Rvi4gH/hXujf+D+T/wCRqX/hozxd/wBE90b/AMH8n/yNXkyfcX6U6vjf7cxXdfcfpC4WwHZ/eer/APDRni7/AKJ7o3/g/k/+RqP+GjPF3/RPdG/8H8n/AMjV5RRR/bmK7r7g/wBVsB2f3nq//DRni7/onujf+D+T/wCRqP8Ahozxd/0T3Rv/AAfyf/I1eUUUf25iu6+4P9VsB2f3nq//AA0Z4u/6J7o3/g/k/wDkao5/2iPF0sZT/hX2jDkHP9vydj/17V5ZRR/bmK7r7g/1WwHZ/eer/wDDRni7/onujf8Ag/k/+RqP+GjPF3/RPdG/8H8n/wAjV5RRR/bmK7r7g/1WwHZ/eer/APDRni7/AKJ7o3/g/k/+RqP+GjPF3/RPdG/8H8n/AMjV5RRR/bmK7r7g/wBVsB2f3nq//DRni7/onujf+D+T/wCRqP8Ahozxd/0T3Rv/AAfyf/I1eUUUf25iu6+4P9VsB2f3nq//AA0Z4u/6J7o3/g/k/wDkap9L/aK8STa3pVlfeA9Lgt77UbayeWLW3kaPzpki3BTbgHG/OMjpXkNJbgnxB4cAOD/wkOmc+n+mQ1ths5xNStCErWbS2ObG8OYKjhqlSKd0m9+yPuqioPJm/wCfp/8Avlf8KPJm/wCfp/8Avlf8K+tPz4nrzX9p3/kieu/W3/8AR8deh+TN/wA/T/8AfK/4V5t+01FIvwV10tcOwzb8FRz+/j9qip8DNKP8SPqj5lHSlpB0pa/Nz9pCiiigAooooAKKKKACiiigAooooAKKKKACqer/APHoP+u0X/oa1cqnq/8Ax5jt+9j/APQ1rfDfxoeq/M5cd/u1T/C/yPvKH/Up/uj+VPqrDDN5Kf6U/wB0fwr6fSn+TN/z9P8A98r/AIV+iH44T0VB5M3/AD9P/wB8r/hR5M3/AD9P/wB8r/hQBPRUHkzf8/T/APfK/wCFHkzf8/T/APfK/wCFAE9FQeTN/wA/T/8AfK/4UeTN/wA/T/8AfK/4UAT0VB5M3/P0/wD3yv8AhR5M3/P0/wD3yv8AhQBPUF//AMej/SjyZv8An6f/AL5X/Cob6Gb7K/8ApT9P7q/4UAXR0oqAQzY/4+n/AO+V/wAKPJm/5+n/AO+V/wAKAJ6Kg8mb/n6f/vlf8KPJm/5+n/75X/CgCeioPJm/5+n/AO+V/wAKPJm/5+n/AO+V/wAKAJ6Kg8mb/n6f/vlf8KPJm/5+n/75X/CgCeioPJm/5+n/AO+V/wAKPJm/5+n/AO+V/wAKAJ6Kg8mb/n6f/vlf8KPJm/5+n/75X/CgCeioPJm/5+n/AO+V/wAKPJm/5+n/AO+V/wAKAJ6Kg8mb/n6f/vlf8KPJm/5+n/75X/CgCeioPJm/5+n/AO+V/wAKPJm/5+n/AO+V/wAKAJ6Kg8mb/n6f/vlf8KPJm/5+n/75X/CgCeioPJm/5+n/AO+V/wAKPJm/5+n/AO+V/wAKAJ64v4t/8grRv+w5Zf8Ao0V0Gs6dqN7ZGCy12506UsD50UMbsB6YZSP0rz7x9oeuWMWiXF/4w1DVIRrVoPs81tAikmQc5RAePrQB3tFFFABRRRQAZr568Vad8Svhf8RNf8SeCPDo8R6L4hmFzPbqjSSQzHJbKqd3UsQQMYOO1enfGDwRqHjfRbW00zxJd6BdW0xlSe3LfNkYw2CDj8a8Z8SXXxg+GUUksvxK8M6tbIgMUGoXSR3Eigc7EfGT9GJoA6r4S6J4+8VfFA/Ezx1pKaEtvYmzsbHaVcgk5JUksOSxy2CcjAxXudeDfAb476n4/wDFi+HNU0G2t5HheVbm3kbaNoyQVOev1r3mgClrunRavo15pczvHHdwvC7JjcAwwSM1gzeA9HuPh1a+CbmS4lsrW3ihin3ASqY8bHBAwGBANdXRQBxOifD2O18R2Wvax4h1bX7rT4mjsRelNkBYYZwFUZYjjJq78Wv+Sa6//wBeb11Nct8Wv+Sa6/8A9eb0Ad9B/qI/90fyp9Mg/wBRH/uj+VPoAKKKKACiiigAooooAKKKKACiiigAooooAK8t/aq/5IrqX/X7Yf8ApZDXqVeW/tVf8kV1L/r9sP8A0shrOt/Dl6M2w/8AGh6r8z5oooor84P2cKKKKACiiigAooooAKKKKACiiigAooooAKhn/wCPnT/+wjaf+j0qaoZ/+PnT/wDsI2n/AKPSujCfx4eq/M48w/3Sr/hf5H3cn3B9KWkT7g+lLX6GfjwVwP7RX/JEPF3/AGDZP5V31cD+0V/yRDxd/wBg2T+VKWzKh8SPlJPuL9KdTU+4v0p1fmp+1LYKKKKBhRRRQAUUUUAFFFFABRRRQAUUUUAFFr/yMXhv/sYdL/8ASyGii1/5GLw3/wBjDpf/AKWQ104L/eafqvzOHM/9yrf4ZfkfdNFFFfoR+QBXmv7Tv/JE9d+tv/6Pjr0qvNf2nf8Akieu/W3/APR8dRU+BmlH+JH1R8vjpS0g6Utfm5+0hRRRQAUUUUAFFFFABRRRQAUUUUAFFFFABVPV/wDj0H/XaL/0NauVT1f/AI9B/wBdov8A0Na3w38aHqvzOXHf7tU/wv8AI+8of9Sn+6P5U+mQ/wCpT/dH8qfX6IfjgUUUUAFFFFABRRRQAUUUUAFQX/8Ax6P9KnqC/wD+PR/pQBOOlFA6UUAFFFFABRRRQAUUUUAFFFFABRRRQAUUUUAFFFFABRRRQAUUUUAFFFFABXF/Fv8A5BWjf9hyy/8ARortK4v4t/8AIK0b/sOWX/o0UAblFFFABRRRQB5h+0V4X8a+KPCtrbeCb97W6gmaSZEu2gaVNvCgjrz2JAr510DQLHwC5k+J/wAJNbvQpAkvlnZ4Bk9SVyhPtur6h+L7fENtKs7f4draC8nmZLia4xthTbwwz3z7H6V5pF8IPit4k2v41+KF3DG6lZbawZgCD2+Xap/EUAdl8HviH8LdfuF0jwZbw6ZfSIWNn9g8mRlQcksoKn8WzXqNeYfC74JeE/AGrxazp81/damkTRGaaQbSG6/KBxXp9ABRRRQAVy3xa/5Jrr//AF5vXU1y3xa/5Jrr/wD15vQB30H+oj/3R/Kn0yD/AFEf+6P5U+gAooooAKKKKACiiigAooooAKKKKACiiigAry39qr/kiupf9fth/wClkNepV5b+1V/yRXUv+v2w/wDSyGs638OXozbD/wAaHqvzPmiiiivzg/ZwooooAKKKKACiiigAooooAKKKKACiiigAqGf/AI+dP/7CNp/6PSpqhn/4+dP/AOwjaf8Ao9K6MJ/Hh6r8zjzD/dKv+F/kfdyfcH0paRPuD6UtfoZ+PBXA/tFf8kQ8Xf8AYNk/lXfVwP7RX/JEPF3/AGDZP5UpbMqHxI+Uk+4v0p1NT7i/SnV+an7UtgooooGFFFFABRRRQAUUUUAFFFFABRRRQAUWv/IxeG/+xh0v/wBLIaKLX/kYvDf/AGMOl/8ApZDXTgv95p+q/M4cz/3Kt/hl+R900UUV+hH5AFea/tO/8kT1362//o+OvSq81/ad/wCSJ679bf8A9Hx1FT4GaUf4kfVHy+OlLSDpS1+bn7SFFFFABRRRQAUUUUAFFFFABRRRQAUUUUAFU9X/AOPQf9dov/Q1q5VPV/8Aj0H/AF2i/wDQ1rfDfxoeq/M5cd/u1T/C/wAj7yh/1Kf7o/lT6ZD/AKlP90fyp9foh+OBRRRQAUUUUAFFFFABRRRQAVBf/wDHo/0rlviV8TvBHw5t7eXxdrsGntc58iHazyyAdSFUE4Hr0p3gnx/4R+IXh6fU/COtQalBEwSYKCrxMegZGAIzzjjBwcUAdcOlFeZ+MPjx8KvCXiRvDuueKoIdRiYLPHHE8ghPo7KCAfUdR3r0TTb6z1LT4NQ0+5iurS4jEkM0TBkdT0II6igCxRRRQAUUUUAFFFFABRRRQAUUUUAFFFFABRRRQAUUUUAFFFFABRRRQAVxfxb/AOQVo3/Ycsv/AEaK7SuL+Lf/ACCtG/7Dll/6NFAG5RRRQAUUUUAc9448aeHPBdlBeeJNQFlBPIY42KM2WAzjgGuS/wCF+fCv/oZl/wDAeT/4mu817QND1+CODXdH0/VIo23Il5bpKqn1AYHBrwT4i+Ovgj4O8UXPh9vhro+pXFoQtw9vpduEjfGduSOSM8+h4oA9X8H/ABV8C+LdaXR9A1pbu9ZGkEYhdcqvU5IxXbV4R8E/Hnw/8S+Ok0/wp8NYdFu0t5Hkvo7GGMxLj7pZBkbule70AFFcz4p8feEfDOoLp+s6zFb3bJ5hhVWdkT+8wUHaPc1q/wBu6P8A2D/b39pWv9l+V532vzB5ez1zQBo1y3xa/wCSa6//ANeb0/wp498JeKL2Sx0TWYbm6jTzDCVZHKf3gGAyPcUz4tf8k11//rzegDvoP9RH/uj+VPpkH+oj/wB0fyp9ABRRRQAUUUUAFFFFABRRRQAUUUUAFFFFABXlv7VX/JFdS/6/bD/0shr1KvLf2qv+SK6l/wBfth/6WQ1nW/hy9GbYf+ND1X5nzRRRRX5wfs4UUUUAFFFFABRRRQAUUUUAFFFFABRRRQAVDP8A8fOn/wDYRtP/AEelTVDP/wAfOn/9hG0/9HpXRhP48PVfmceYf7pV/wAL/I+7k+4PpS0ifcH0pa/Qz8eCuB/aK/5Ih4u/7Bsn8q76uB/aK/5Ih4u/7Bsn8qUtmVD4kfKSfcX6U6mp9xfpTq/NT9qWwUUUUDCiiigAooooAKKKKACiiigAooooAKLX/kYvDf8A2MOl/wDpZDRRa/8AIxeG/wDsYdL/APSyGunBf7zT9V+Zw5n/ALlW/wAMvyPumiiiv0I/IArzX9p3/kieu/W3/wDR8delV5r+07/yRPXfrb/+j46ip8DNKP8AEj6o+Xx0paQdKWvzc/aQooooAKKKKACiiigAooooAKKKKACiiigAqnq//HoP+u0X/oa1cqnq/wDx6D/rtF/6Gtb4b+ND1X5nLjv92qf4X+R95Q/6lP8AdH8qfTIf9Sn+6P5U+v0Q/HAooooAKKKKACiiigAooooA8p+Kvw88Gf8ACRTfFrW9B1HxLqmk2HlwaYqieOVRnaqQlTlssSPc5xXhX7Kkto3jn4qeMbUW/h6Zreby/DO0xzWyh94doyAAFI24HTcenGfVvjJ8QPif8O/idaainhybxD8P54AJI9OtC9zBLtwdxGT1+YcAYOO1effB/wAO+J/iF8fPE/xc1Lw5feGdBu7FrSCC7Qxyz7oliHykAnhdxPTOOtAGB+zN4S8PeMPgR8T/ABN4g0u11HU7y+uo/tNxEryxhIEkBRjyp3SE8Y6D0r1T9gfVrrUvgHBb3MjOLC/nt4ixyQmQwH0G7FeP+FtT8b/BXw948+F9z4D1zVZdYuZZdHu7O2aSFzIgjJLAcjaqH1HNfRH7JvgTUPh98GdO0jWIfJ1O4ke7uou8bOeFPuFABoA9ZooooAKKKKACiiigAooooAKKKKACiiigAooooAKKKKACiiigAooooAK4v4t/8grRv+w5Zf8Ao0V2lcX8W/8AkFaN/wBhyy/9GigDcooooAKKKKACvnXVvh34mk1X4paCukRz2mvk6rp1+3eUNvES+jZYjt2PevafiJeeKNP8KXV74QsbS/1WHDJa3CsRKueQMEfN3HPavnTwz8Rfjt/wlXiL7L4RbUbkzRfaLGbzXjsTs4WNfM+UN1PXmgDqfhVrHi7xj8YtP1y/8G3Hh2HTdKks7+ZkZBcsfug5AyA2SBzjJr6Drwr4Y3Hxi8RfFi31zxhpE2haPbWLwvaxyukEjnO1vLLsC3PX0Ar3WgDitc0yDwn/AG14i8P+F7nXdX1eVWuo1lBZtqELy54QDjaPXpXj1o9vJ8IPCOhrcebHfeMFt9TttpQW7F3maAqegUhfrnPevVJU+I3h/wAUazJY2cXifR7+QXFmk18sElk2MGL5hgpnkY6Vz0Xwv1xvAt/LLc2i+K7vXf8AhIBtJ8iOcEYiB/u7QRn1Y+1AGn8aYYdM8QfD3XLOFY7yLxFFYho1AJgmjk3px2OwcV03xe3f8Ky8Q+WAX+wybc9M4rnZdH8ZeMPF3h288TaPaaJpWhzfbjFHeCd7m6ClUxt4VVyTzyc10fxa/wCSa6//ANeb0AX7a4+JPlx50zwvtwM/6bNnH/fuurBvMcpBn/eP+FSQf6iP/dH8qfQBBm7/ALkP/fR/wozd/wByH/vo/wCFT0UAQZu/7kP/AH0f8KM3f9yH/vo/4VPRQBBm7/uQ/wDfR/wozd/3If8Avo/4VPRQBBm7/uQ/99H/AAozd/3If++j/hU9FAEGbv8AuQ/99H/CjN3/AHIf++j/AIVPRQBBm7/uQ/8AfR/wozd/3If++j/hU9FAEGbv+5D/AN9H/CvL/wBqY3H/AApfUvMWIL9tsM4Jz/x+Q16vXlv7VX/JFdS/6/bD/wBLIazrfw5ejNsP/Gh6r8z5oooor84P2cKKKKACiiigAooooAKKKKACiiigAooooAKguc+fp+Ov9o2mP+/6VPUM/wDx86f/ANhG0/8AR6V0YT+PD1X5nHmH+6Vf8L/I+50N3sHyQ9P7x/wpc3f9yH/vo/4VMn3B9KWv0M/HiDN3/ch/76P+FcF+0Obn/hSXi3csQX+zZM4Y56V6JXA/tFf8kQ8Xf9g2T+VKWzKh8SPlJPuL9KdTU+4v0p1fmp+1LYKKKKBhRRRQAUUUUAFFFFABRRRQAUUUUAFJb5/4SDw5txn/AISHTMZ/6/IaWi1/5GLw3/2MOl/+lkNdOC/3mn6r8zhzP/cq3+GX5H3Fm7/uQ/8AfR/wozd/3If++j/hU9FfoR+QEGbv+5D/AN9H/CvNv2mjc/8ACldd3rEFzb5wTn/Xx16hXmv7Tv8AyRPXfrb/APo+OoqfAzSj/Ej6o+Xx0paQdKWvzc/aQooooAKKKKACiiigAooooAKKKKACiiigAqnq/wDx5jHXzY//AENauVT1f/j0H/XaL/0Na3w38aHqvzOXHf7tU/wv8j7rhN35KfJD90fxH0+lPzd/3If++j/hUkP+pT/dH8qfX6IfjhBm7/uQ/wDfR/wrj/jJ4y1LwH4Au/Elrp1rfTQ3FtAkMkzIrGadIskgHpvz07V29eT/ALWn/JEr/wD7CWm/+l0FRUk4wbRpRipVIxfVo4D/AIaE8bf9CjoP/gxl/wDjdH/DQnjb/oUdB/8ABjL/APG68tor43+28X3X3H6R/qxl/wDK/vZ6l/w0J42/6FHQf/BjL/8AG6P+GhPG3/Qo6D/4MZf/AI3XltFH9t4vuvuD/VjL/wCV/ez1L/hoTxt/0KOg/wDgxl/+N0f8NCeNv+hR0H/wYy//ABuvLaKP7bxfdfcH+rGX/wAr+9nqR/aE8akc+EdBP/cQl/8AjdMm/aA8ayRGP/hEtBAP/UQl/wDjdeYUUf23i+6+4P8AVjL/AOV/ez1H/hoPxrx/xSGgnH/UQl/+N0v/AA0J42/6FHQf/BjL/wDG68too/tvF919wf6sZf8Ayv72epf8NCeNv+hR0H/wYy//ABuj/hoTxt/0KOg/+DGX/wCN15bRR/beL7r7g/1Yy/8Alf3s9S/4aE8bf9CjoP8A4MZf/jdH/DQnjb/oUdB/8GMv/wAbry2ij+28X3X3B/qxl/8AK/vZ6l/w0J42/wChR0H/AMGMv/xupLT9oXxcdSsILrwnoqw3N7BbO0d/IWUSSqmQDH23Zrymmf8AMT0f/sMWP/pTHW2HzjFVK0Yyas2uhz4zh3A0sPOpGLuk3u+x9y7rv+5D/wB9H/CjN3/ch/76P+FTjpRX15+dkGbv+5D/AN9H/CjN3/ch/wC+j/hU9FAEGbv+5D/30f8ACjN3/ch/76P+FT0UAQZu/wC5D/30f8KM3f8Ach/76P8AhU9FAEGbv+5D/wB9H/CjN3/ch/76P+FT0UAQZu/7kP8A30f8KM3f9yH/AL6P+FT0UAQZu/7kP/fR/wAKM3f9yH/vo/4VPRQBl6zJr62ROj22nS3W4YW5mdEx35VSf0rz7x9L40eLRBrdloUNn/bVpua1uZXkz5gxgMgH616rXF/Fv/kFaN/2HLL/ANGigDcooooAKKKKACvnnxTqHxI+JXxH8QeHvAOtQ+HNJ0GYW91dBmjknnHDZZQW4IYAdMDPevfdQ1Cw09Ee/vLe1VztUyyBQx9BmvEvHvw9+JOg+O9T8X/CfUraMawQ9/YzbAPM7uA42kE89cgk+vABL8Jtf8feGPiYfhl491KLWjPZG8sb9WLNtBOQWIDEZDD5hkY64r3GvGvhD8PfGyeN5viF8StUhudbNt9ltbaEqRCmTnO0BR7Bc/eJJzXstABRRRQAVy3xa/5Jrr//AF5vXU1y3xa/5Jrr/wD15vQB30H+oj/3R/Kn0yD/AFEf+6P5U+gAooooAKKKKACiiigAooooAKKKKACiiigAry39qr/kiupf9fth/wClkNepV5b+1V/yRXUv+v2w/wDSyGs638OXozbD/wAaHqvzPmiiiivzg/ZwooooAKKKKACiiigAooooAKKKKACiiigAqGf/AI+dP/7CNp/6PSpqhn/4+dP/AOwjaf8Ao9K6MJ/Hh6r8zjzD/dKv+F/kfdyfcH0paRPuD6UtfoZ+PBXA/tFf8kQ8Xf8AYNk/lXfVwP7RX/JEPF3/AGDZP5UpbMqHxI+Uk+4v0p1NT7i/SnV+an7UtgooooGFFFFABRRRQAUUUUAFFFFABRRRQAUWv/IxeG/+xh0v/wBLIaKLX/kYvDf/AGMOl/8ApZDXTgv95p+q/M4cz/3Kt/hl+R900UUV+hH5AFea/tO/8kT1362//o+OvSq81/ad/wCSJ679bf8A9Hx1FT4GaUf4kfVHy+OlLSDpS1+bn7SFFFFABRRRQAUUUUAFFFFABRRRQAUUUUAFU9X/AOPQf9dov/Q1q5VPV/8Aj0H/AF2i/wDQ1rfDfxoeq/M5cd/u1T/C/wAj7yh/1Kf7o/lT6ZD/AKlP90fyp9foh+OBXk/7Wn/JEr//ALCWm/8ApdBXrFeT/taf8kSv/wDsJab/AOl0FZ1v4cvRm2H/AI0PVfmfN1FFFfnB+zhRRRQAUUUUAFFFFABRRRQAUUUUAFFFFABTP+Yno/8A2GLH/wBKY6fTP+Yno/8A2GLH/wBKY66cH/vFP1X5nFmP+6Vf8L/I+7B0ooHSiv0I/HwooooAKKKKACiiigAooooAKKKKACiiigAri/i3/wAgrRv+w5Zf+jRXaVxfxb/5BWjf9hyy/wDRooA3KKKKACiiigD59/bakMPhPw7MF3lNSLbfXC9KpD9prVMf8kr1L/wNb/4zXpfxw+HNx8RtM0qzg1WLTzY3f2gs8Jk38dOCMV6IOlAHjvwo+NV9458Xx6DceBb3RkeGST7TLcl1G0Zxgxr1+texUUUAFFFFABXLfFr/AJJrr/8A15vXU1y3xa/5Jrr/AP15vQB30H+oj/3R/Kn0yD/UR/7o/lT6ACiiigAooooAKKKKACiiigAooooAKKKKACvLf2qv+SK6l/1+2H/pZDXqVeW/tVf8kV1L/r9sP/SyGs638OXozbD/AMaHqvzPmiiiivzg/ZwooooAKKKKACiiigAooooAKKKKACiiigAqGf8A4+dP/wCwjaf+j0qaoZ/+PnT/APsI2n/o9K6MJ/Hh6r8zjzD/AHSr/hf5H3cn3B9KWkT7g+lLX6GfjwVwP7RX/JEPF3/YNk/lXfVwP7RX/JEPF3/YNk/lSlsyofEj5ST7i/SnU1PuL9KdX5qftS2CiiigYUUUUAFFFFABRRRQAUUUUAFFFFABRa/8jF4b/wCxh0v/ANLIaKLX/kYvDf8A2MOl/wDpZDXTgv8AeafqvzOHM/8Acq3+GX5H3TRRRX6EfkAV5r+07/yRPXfrb/8Ao+OvSq81/ad/5Inrv1t//R8dRU+BmlH+JH1R8vjpS0g6Utfm5+0hRRRQAUUUUAFFFFABRRRQAUUUUAFFFFABVPV/+PQf9dov/Q1q5VPV/wDj0H/XaL/0Na3w38aHqvzOXHf7tU/wv8j7yh/1Kf7o/lT6ZD/qU/3R/Kn1+iH44FeT/taf8kSv/wDsJab/AOl0FesV5P8Ataf8kSv/APsJab/6XQVnW/hy9GbYf+ND1X5nzdRRRX5wfs4UUUUAFFFFABRRRQAUUUUAFFFFABRRRQAUz/mJ6P8A9hix/wDSmOn0z/mJ6P8A9hix/wDSmOunB/7xT9V+ZxZj/ulX/C/yPuwdKKB0or9CPx8KKKKACiiigAooooAKKKKACiiigAooooAK4v4t/wDIK0b/ALDll/6NFdpXF/Fv/kFaN/2HLL/0aKANyiiigAooooAKKKKACiiigCC6vLS12/arqGDccL5jhcn8amDqU3hlK4znPGK881H4eeHptc17xT45mt9XhmwbcXYIisLdV5VRnHXJJ4zXmNhe6l/wqSy0iC4vYNH8QeLjYaW7uRKNNb5gATyAdjgexFAH0ZbXdrdbvs1zDNtOG8tw2D74rnPi1/yTXX/+vN64bxj4e0b4d+LPBWueF7RNLS81ZNIv4YSQlxFKjkFx3KlMg9ea7f4vMI/hl4hdskLYyE4BJ6eg60AegQf6iP8A3R/Kn1xNt8SvDxjiT+z/ABVkgD/kWb/H5+TXXC8iIztn/wC/Lf4UAWKKr/bIv7s3/flv8KPtkX92b/vy3+FAFiiq/wBsi/uzf9+W/wAKPtkX92b/AL8t/hQBYoqv9si/uzf9+W/wo+2Rf3Zv+/Lf4UAWKKr/AGyL+7N/35b/AAo+2Rf3Zv8Avy3+FAFiiq/2yL+7N/35b/Cj7ZF/dm/78t/hQBYoqv8AbIv7s3/flv8ACj7ZF/dm/wC/Lf4UAWK8t/aq/wCSK6l/1+2H/pZDXpX2yL+7N/35b/CvL/2pbiOT4L6kqrKCb2w6xsB/x+Q9yKzrfw5ejNsP/Gh6r8z5uooor84P2cKKKKACiiigAooooAKKKKACiiigAooooAKhn/4+dP8A+wjaf+j0qaoLk4n08+mo2n/o9K6MJ/Hh6r8zjzD/AHSr/hf5H3en3B9KWqyXkWwfLN0/54t/hS/bIv7s3/flv8K/Qz8eLFcD+0V/yRDxd/2DZP5V232yL+7N/wB+W/wrgv2h7qN/gl4tULLk6bJ1iYDp9KUtmVD4kfLKfcX6U6mp9xfpTq/NT9qWwUUUUDCiiigAooooAKKKKACiiigAooooAKLX/kYvDf8A2MOl/wDpZDRSW52+IPDjHOB4h0w8DP8Ay+Q104L/AHmn6r8zhzP/AHKt/hl+R91UVX+2Rf3Zv+/Lf4UfbIv7s3/flv8ACv0I/ICxXmv7Tv8AyRPXfrb/APo+OvQvtkX92b/vy3+FebftM3Mb/BXXFVZck2/WJgP9fH6ioqfAzSj/ABI+qPmYdKWkHSlr83P2kKKKKACiiigAooooAKKKKACiiigAooooAKp6v/x6D/rtF/6GtXKp6xxZg/8ATWP/ANDWt8N/Gh6r8zlx3+7VP8L/ACPvKH/Up/uj+VPqpDeReSnyzfdH/LFv8Kf9si/uzf8Aflv8K/RD8cLFeT/taf8AJEr/AP7CWm/+l0FeofbIv7s3/flv8K8p/awuI5PgpfKqyg/2lpvWNgP+P6DuRWdb+HL0Zth/40PVfmfOlFFFfnB+zhRRRQAUUUUAFFFFABRRRQAUUUUAFFFFABTP+Yno/wD2GLH/ANKY6fUZO3UtHJzxq9j0H/TzHXTg/wDeKfqvzOLMf90q/wCF/kfdo6UVXF5Fj7s3/flv8KPtkX92b/vy3+FfoR+Pliiq/wBsi/uzf9+W/wAKPtkX92b/AL8t/hQBYoqv9si/uzf9+W/wo+2Rf3Zv+/Lf4UAWKKr/AGyL+7N/35b/AAo+2Rf3Zv8Avy3+FAFiiq/2yL+7N/35b/Cj7ZF/dm/78t/hQBYoqv8AbIv7s3/flv8ACj7ZF/dm/wC/Lf4UAWKKr/bIv7s3/flv8KPtkX92b/vy3+FAFiuL+Lf/ACCtG/7Dll/6NFb2ueILDR7E3l3DqMkYYLtttPmuHJP+xGpb9K898d+NdI1xNEsLKz1+OVtatG3Xeh3dtGAJB1eSNVH580AegUUUUAFFFFABRRRQAUUUUAeA+O/EGqeIfH93p3iTwb45m8JabKFt7XTtFlkTUZFPMkjcZjyOFHBHNdJ4ya68aeArHVvD/hbW7C58PavDdW+m6jYm1mmESjIjQnkbXIHqVIr1qigDyXWbvUPiL4t8J2tr4a13TdL0i/XVr+51Swe2G9EZY4kDgbySxzjgV2Pxa/5Jrr//AF5vXU1y3xa/5Jrr/wD15vQB30H+oj/3R/Kn0yD/AFEf+6P5U+gAooooAKKKKACiiigAooooAKKKKACiiigAry39qr/kiupf9fth/wClkNepV5b+1V/yRXUv+v2w/wDSyGs638OXozbD/wAaHqvzPmiiiivzg/ZwooooAKKKKACiiigAooooAKKKKACiiigAqGf/AI+dP/7CNp/6PSpqhn/4+dP/AOwjaf8Ao9K6MJ/Hh6r8zjzD/dKv+F/kfdyfcH0paRPuD6UtfoZ+PBXA/tFf8kQ8Xf8AYNk/lXfVwP7RX/JEPF3/AGDZP5UpbMqHxI+Uk+4v0p1NT7i/SnV+an7UtgooooGFFFFABRRRQAUUUUAFFFFABRRRQAUWv/IxeG/+xh0v/wBLIaKLX/kYvDf/AGMOl/8ApZDXTgv95p+q/M4cz/3Kt/hl+R900UUV+hH5AFea/tO/8kT1362//o+OvSq81/ad/wCSJ679bf8A9Hx1FT4GaUf4kfVHy+OlLSDpS1+bn7SFFFFABRRRQAUUUUAFFFFABRRRQAUUUUAFU9X/AOPQf9dov/Q1q5VPV/8Aj0H/AF2i/wDQ1rfDfxoeq/M5cd/u1T/C/wAj7yh/1Kf7o/lT6ZD/AKlP90fyp9foh+OBXk/7Wn/JEr//ALCWm/8ApdBXrFeT/taf8kSv/wDsJab/AOl0FZ1v4cvRm2H/AI0PVfmfN1FFFfnB+zhRRRQAUUUUAFFFFABRRRQAUUUUAFFFFABTP+Yno/8A2GLH/wBKY6fTP+Yno/8A2GLH/wBKY66cH/vFP1X5nFmP+6Vf8L/I+7B0ooHSiv0I/HwooooAKKKKACiiigAooooAKKKKACiiigAri/i3/wAgrRv+w5Zf+jRXaVxfxb/5BWjf9hyy/wDRooA3KKKKACiiigAooooAKKKKACiiigArlvi1/wAk11//AK83rqa5b4tf8k11/wD683oA76D/AFEf+6P5U+mQf6iP/dH8qfQAUUUUAFFFFABRRRQAUUUUAFFFFABRRRQAV5b+1V/yRXUv+v2w/wDSyGvUq8t/aq/5IrqX/X7Yf+lkNZ1v4cvRm2H/AI0PVfmfNFFFFfnB+zhRRRQAUUUUAFFFFABRRRQAUUUUAFFFFABUM/8Ax86f/wBhG0/9HpU1Qz/8fOn/APYRtP8A0eldGE/jw9V+Zx5h/ulX/C/yPu5PuD6UtIn3B9KWv0M/Hgrgf2iv+SIeLv8AsGyfyrvq4H9or/kiHi7/ALBsn8qUtmVD4kfKSfcX6U6mp9xfpTq/NT9qWwUUUUDCiiigAooooAKKKKACiiigAooooAKLX/kYvDf/AGMOl/8ApZDRRa/8jF4b/wCxh0v/ANLIa6cF/vNP1X5nDmf+5Vv8MvyPumiiiv0I/IArzX9p3/kieu/W3/8AR8delV5r+07/AMkT1362/wD6PjqKnwM0o/xI+qPl8dKWkHSlr83P2kKKKKACiiigAooooAKKKKACiiigAooooAKp6v8A8eg/67Rf+hrVyqer/wDHoP8ArtF/6Gtb4b+ND1X5nLjv92qf4X+R95Q/6lP90fyp9Mh/1Kf7o/lT6/RD8cCvJ/2tP+SJX/8A2EtN/wDS6CvWK8n/AGtP+SJX/wD2EtN/9LoKzrfw5ejNsP8Axoeq/M+bqKKK/OD9nCiiigAooooAKKKKACiiigAooooAKKKKACmf8xPR/wDsMWP/AKUx0+mf8xPR/wDsMWP/AKUx104P/eKfqvzOLMf90q/4X+R92DpRQOlFfoR+PhRRRQAUUUUAFFFFABRRRQAUUUUAFFFFABXF/Fv/AJBWjf8AYcsv/RortK4v4t/8grRv+w5Zf+jRQBuUUUUAFFFFABRRRQAUUUUAFFFFABXLfFr/AJJrr/8A15vXU1y3xa/5Jrr/AP15vQB30H+oj/3R/Kn0yD/UR/7o/lT6ACiiigAooooAKKKKACiiigAooooAKKKKACvLf2qv+SK6l/1+2H/pZDXqVeW/tVf8kV1L/r9sP/SyGs638OXozbD/AMaHqvzPmiiiivzg/ZwooooAKKKKACiiigAooooAKKKKACiiigAqGf8A4+dP/wCwjaf+j0qaoZ/+PnT/APsI2n/o9K6MJ/Hh6r8zjzD/AHSr/hf5H3cn3B9KWkT7g+lLX6GfjwVwP7RX/JEPF3/YNk/lXfVwP7RX/JEPF3/YNk/lSlsyofEj5ST7i/SnU1PuL9KdX5qftS2CiiigYUUUUAFFFFABRRRQAUUUUAFFFFABRa/8jF4b/wCxh0v/ANLIaKLX/kYvDf8A2MOl/wDpZDXTgv8AeafqvzOHM/8Acq3+GX5H3TRRRX6EfkAV5r+07/yRPXfrb/8Ao+OvSq81/ad/5Inrv1t//R8dRU+BmlH+JH1R8vjpS0g6Utfm5+0hRRRQAUUUUAFFFFABRRRQAUUUUAFFFFABVPV/+PQf9dov/Q1q5VPV/wDj0H/XaL/0Na3w38aHqvzOXHf7tU/wv8j7yh/1Kf7o/lT6ZD/qU/3R/Kn1+iH44FeT/taf8kSv/wDsJab/AOl0FesV5P8Ataf8kSv/APsJab/6XQVnW/hy9GbYf+ND1X5nzdRRRX5wfs4UUUUAFFFFABRRRQAUUUUAFFFFABRRRQAUz/mJ6P8A9hix/wDSmOn0z/mJ6P8A9hix/wDSmOunB/7xT9V+ZxZj/ulX/C/yPuwdKKB0or9CPx8KKKKACiiigAooooAKKKKACiiigAooooAK4v4t/wDIK0b/ALDll/6NFdpXF/Fv/kFaN/2HLL/0aKANyiiigAooooAKKKKACiiigDyr49ePfEHhrQtRtfC+k3Ul5BbCe41F0AgtEJxwTw78cD862viH4r1LQPAemXGm+VJrOqy29laNKuVE0o5cjvgBjjviof2i/wDkjHiT/r1/qKxvjJGYvBngnWJMi10rWLG6umxwkexkJPsC4oAnF94z8C+LvD1t4i8TjxJpGvXP2F3kso4JLW6KlkKFMAo2GGD0xXU/F1lX4Z+IGYgAWTkk9hiuV+MF3Z654j+H+g6dcx3N0+vxaiwhcMVt4o33ucdB84rq/i4A3w019WAINk4IP0oA6O38XeFTFGo8R6TnaBj7Yn+NbX2iD/ntH/30KzLfw74f8mM/2Jp2do5+zJ/hWp5MX/PNPyoATz4f+eyf99Cjz4f+eyf99Cl8qL/nmn5UeVF/zzT8qAE8+H/nsn/fQo8+H/nsn/fQpfKi/wCeaflR5UX/ADzT8qAE8+H/AJ7J/wB9Cjz4f+eyf99Cl8qL/nmn5UeVF/zzT8qAE8+H/nsn/fQo8+H/AJ7J/wB9Cl8qL/nmn5UeVF/zzT8qAE8+H/nsn/fQo8+H/nsn/fQpfKi/55p+VHlRf880/KgBPPh/57J/30KPPh/57J/30KXyov8Anmn5UeVF/wA80/KgBPPh/wCeyf8AfQry79qeaJvgtqSrIhP22w4B/wCnyGvUvKi/55p+VeXftURxr8FtSKooP22w6D/p8hrOt/Dl6M2w/wDGh6r8z5qooor84P2cKKKKACiiigAooooAKKKKACiiigAooooAKguOLjTyen9o2n/o9KnqG4/4+NP/AOwjaf8Ao9K6MJ/Hh6r8zjzD/dKv+F/kfdSTw7B++Tp/eFL58P8Az2T/AL6FCRRbB+7Tp6UvlRf880/Kv0M/HhPPh/57J/30K4H9oiaFvgj4tCyISdNkwAfau/8AKi/55p+VcD+0RHGPgj4tIRQf7Nk7e1KWzKh8SPlVPuL9KdTU+4v0p1fmp+1LYKKKKBhRRRQAUUUUAFFFFABRRRQAUUUUAFJbkDxD4bJ4A8Q6Z/6WQ0tJbc+IfDYPI/4SHTP/AEshrpwX+80/VfmcOZ/7lW/wy/I+5vPh/wCeyf8AfQo8+H/nsn/fQpfKi/55p+VHlRf880/Kv0I/IBPPh/57J/30K81/abmib4Ka6qyITm34B/6bx16X5UX/ADzT8q81/acjjX4Ka6VRQc2/Qf8ATeOoqfAzSj/Ej6o+Yh0paQdKWvzc/aQooooAKKKKACiiigAooooAKKKKACiiigAqnq//AB5j/rrF/wChrVyqer/8eY/66xf+hrW+G/jQ9V+Zy47/AHap/hf5H3dDPD5Kfvk+6P4h6U/z4f8Ansn/AH0KbDFF5Kfu0+6O3tT/ACov+eaflX6Ifjgnnw/89k/76FeUftZSxN8E79VkUn+0tN4B/wCn6CvWPKi/55p+VeUftZRovwTvyqKD/aWm9B/0/QVnW/hy9GbYf+ND1X5nzhRRRX5wfs4UUUUAFFFFABRRRQAUUUUAFFFFABRRRQAVHnGpaOTwP7Xsf/SmOpKj66no4P8A0F7H/wBKY66cH/vFP1X5nFmP+6Vf8L/I+6RPDj/XJ/30KPPh/wCeyf8AfQpRFFj/AFaflR5UX/PNPyr9CPx8Tz4f+eyf99Cjz4f+eyf99Cl8qL/nmn5UeVF/zzT8qAE8+H/nsn/fQo8+H/nsn/fQpfKi/wCeaflR5UX/ADzT8qAE8+H/AJ7J/wB9Cjz4f+eyf99Cl8qL/nmn5UeVF/zzT8qAE8+H/nsn/fQo8+H/AJ7J/wB9Cl8qL/nmn5UeVF/zzT8qAE8+H/nsn/fQo8+H/nsn/fQpfKi/55p+VHlRf880/KgBPPh/57J/30KPPh/57J/30KXyov8Anmn5UeVF/wA80/KgCvfapptjbm4vb+2toQQC8soVcn3NcH8S/EOg6jaaJa2GtafdTnW7MiOG4V2IEgzwDXfXdhY3kXlXVnBPHnO2SMMM/Q1w3xO0fSbKx0Waz0yzt5f7bsxvigVWx5g7gUAdVRRRQAUUUUAFFFFABRRRQBU1fTbDV9Om07VLSK7s512ywyruVx6EU+5sbK509tPuLWKW0aPy2hdQUK4xjHpViigDD8P+D/C/h+6e60XQrGwndBG0kMQDFfTPpVL4tf8AJNdf/wCvN66muW+LX/JNdf8A+vN6AO+g/wBRH/uj+VPpkH+oj/3R/Kn0AFFFFABRRRQAUUUUAFFFFABRRRQAUUUUAFeW/tVf8kV1L/r9sP8A0shr1KvLf2qv+SK6l/1+2H/pZDWdb+HL0Zth/wCND1X5nzRRRRX5wfs4UUUUAFFFFABRRRQAUUUUAFFFFABRRRQAVDP/AMfOn/8AYRtP/R6VNUM//Hzp/wD2EbT/ANHpXRhP48PVfmceYf7pV/wv8j7uT7g+lLSJ9wfSlr9DPx4K4H9or/kiHi7/ALBsn8q76uB/aK/5Ih4u/wCwbJ/KlLZlQ+JHykn3F+lOpqfcX6U6vzU/alsFFFFAwooooAKKKKACiiigAooooAKKKKACi1/5GLw3/wBjDpf/AKWQ0UWv/IxeG/8AsYdL/wDSyGunBf7zT9V+Zw5n/uVb/DL8j7pooor9CPyAK81/ad/5Inrv1t//AEfHXpVea/tO/wDJE9d+tv8A+j46ip8DNKP8SPqj5fHSlpB0pa/Nz9pCiiigAooooAKKKKACiiigAooooAKKKKACqer/APHoP+u0X/oa1cqnq/8Ax6D/AK7Rf+hrW+G/jQ9V+Zy47/dqn+F/kfeUP+pT/dH8qfTIf9Sn+6P5U+v0Q/HAryf9rT/kiV//ANhLTf8A0ugr1ivJ/wBrT/kiV/8A9hLTf/S6Cs638OXozbD/AMaHqvzPm6iiivzg/ZwooooAKKKKACiiigAooooAKKKKACiiigApn/MT0f8A7DFj/wClMdPpn/MT0f8A7DFj/wClMddOD/3in6r8zizH/dKv+F/kfdg6UUDpRX6Efj4UUUUAFFFFABRRRQAUUUUAFFFFABRRRQAVxfxb/wCQVo3/AGHLL/0aK7SuL+Lf/IK0b/sOWX/o0UAblFFFABRRRQAUUUUAFFFFABRRRQAVy3xa/wCSa6//ANeb11Nct8Wv+Sa6/wD9eb0Ad9B/qI/90fyp9Mg/1Ef+6P5U+gAooooAKKKKACiiigAooooAKKKKACiiigAry39qr/kiupf9fth/6WQ16lXlv7VX/JFdS/6/bD/0shrOt/Dl6M2w/wDGh6r8z5oooor84P2cKKKKACiiigAooooAKKKKACiiigAooooAKhn/AOPnT/8AsI2n/o9KmqGf/j50/wD7CNp/6PSujCfx4eq/M48w/wB0q/4X+R93J9wfSlpE+4PpS1+hn48FcD+0V/yRDxd/2DZP5V31cD+0V/yRDxd/2DZP5UpbMqHxI+Uk+4v0p1NT7i/SnV+an7UtgooooGFFFFABRRRQAUUUUAFFFFABRRRQAUWv/IxeG/8AsYdL/wDSyGii1/5GLw3/ANjDpf8A6WQ104L/AHmn6r8zhzP/AHKt/hl+R900UUV+hH5AFea/tO/8kT1362//AKPjr0qvNf2nf+SJ679bf/0fHUVPgZpR/iR9UfL46UtIOlLX5uftIUUUUAFFFFABRRRQAUUUUAFFFFABRRRQAVT1f/j0H/XaL/0NauVT1f8A49B/12i/9DWt8N/Gh6r8zlx3+7VP8L/I+8of9Sn+6P5U+mQ/6lP90fyp9foh+OBXk/7Wn/JEr/8A7CWm/wDpdBXrFeT/ALWn/JEr/wD7CWm/+l0FZ1v4cvRm2H/jQ9V+Z83UUUV+cH7OFFFFABRRRQAUUUUAFFFFABRRRQAUUUUAFM/5iej/APYYsf8A0pjp9M/5iej/APYYsf8A0pjrpwf+8U/VfmcWY/7pV/wv8j7sHSigdKK/Qj8fCiiigAooooAKKKKACiiigAooooAKKKKACuL+Lf8AyCtG/wCw5Zf+jRXaVxfxb/5BWjf9hyy/9GigDcooooAKKKKACiiigAooooAKKK5z4i+KY/CPhttS+zNd3MkqW9pbKcGaZzhVz2Hc+wNAHR1y3xa/5Jrr/wD15vWJp3jHxVpPirSdF8b6Pp1rDrRaOyurGdnVJgN3lOGHUjoR1xW38Wv+Sa6//wBeb0Ad9B/qI/8AdH8qfTIP9RH/ALo/lT6ACiiigAooooAKKKKACiiigAooooAKKKKACvLf2qv+SK6l/wBfth/6WQ16lXlv7VX/ACRXUv8Ar9sP/SyGs638OXozbD/xoeq/M+aKKKK/OD9nCiiigAooooAKKKo66zJpFyyMVYIcEHBFVCPNJR7kVJ+zg5di9RSL90fSlqSwooooAKKKKACoZ/8Aj50//sI2n/o9KmqGf/j50/8A7CNp/wCj0rown8eHqvzOPMP90q/4X+R93J9wfSlpE+4PpS1+hn48FcD+0V/yRDxd/wBg2T+Vd9XA/tFf8kQ8Xf8AYNk/lSlsyofEj5ST7i/SnU1PuL9KdX5qftS2CiiigYUUUUAFFFUdcdk05mRmU705Bx/GKqEeaSj3M6s/Zwc+xeopKWpNAooooAKKKKACi1/5GLw3/wBjDpf/AKWQ0UWv/IxeG/8AsYdL/wDSyGunBf7zT9V+Zw5n/uVb/DL8j7pooor9CPyAK81/ad/5Inrv1t//AEfHXpVea/tO/wDJE9d+tv8A+j46ip8DNKP8SPqj5fHSlpB0pa/Nz9pCiiigAooooAKKKz9ed0so2RmU/aYBkHHBlUEVUI88lHuZ1ans4OfY0KKKKk0CiiigAooooAKp6v8A8eg/67Rf+hrVyqer/wDHoP8ArtF/6Gtb4b+ND1X5nLjv92qf4X+R95Q/6lP90fyp9Mh/1Kf7o/lT6/RD8cCvJ/2tP+SJX/8A2EtN/wDS6CvWK8n/AGtP+SJX/wD2EtN/9LoKzrfw5ejNsP8Axoeq/M+bqKKK/OD9nCiiigAooooAKKKo66zJpU7IxVgBgg4PWqhHmko9yKs/ZwcuxeopF+6KWpLCiiigAooooAKZ/wAxPR/+wxY/+lMdPpn/ADE9H/7DFj/6Ux104P8A3in6r8zizH/dKv8Ahf5H3YOlFA6UV+hH4+FFFFABRRRQAUUUUAFFFFABRRRQAUUUUAFcX8W/+QVo3/Ycsv8A0aK7SuL+Lf8AyCtG/wCw5Zf+jRQBuUUUUAFFFFABRRRQAUUUUAFeZfH8MsHg25Y7YIPE9q87HoFKyKM/8CIr02szxToOmeJtCudF1eAzWlwAGAbaykHIZSOhBAIPqKAOG+OmZdS+H1pC3+lP4rt5UAGSESOXe30GRn616BrWm2es6Tc6XqEZltLmMxzIGKllPUZHI/CuZ8PfDvSdJ1+21251TW9av7SAwWcmqXfnC2U8NsAUAEjgk5JFdlQByg8A6EBgXfiED/sP3v8A8dpf+EB0P/n88Rf+D+9/+O11VFAHK/8ACA6H/wA/niL/AMH97/8AHaP+EB0P/n88Rf8Ag/vf/jtdVRQByv8AwgOh/wDP54i/8H97/wDHaP8AhAdD/wCfzxF/4P73/wCO11VFAHK/8IDof/P54i/8H97/APHaP+EB0P8A5/PEX/g/vf8A47XVUUAcr/wgOh/8/niL/wAH97/8do/4QHQ/+fzxF/4P73/47XVUUAcr/wAIDof/AD+eIv8Awf3v/wAdo/4QHQ/+fzxF/wCD+9/+O11VFAHK/wDCA6H/AM/niL/wf3v/AMdo/wCEB0P/AJ/PEX/g/vf/AI7XVUUAcr/wgOh/8/niL/wf3v8A8dqtqXwy8K6laNZ6kNZvbZirNDca1dyISpBBKtIRwQCPcV2dFAHnv/Cl/h3/ANAe5/8ABjcf/F0f8KX+Hf8A0B7n/wAGNx/8XXoVFZ+yp/yr7jb6xV/mf3nnv/Cl/h3/ANAe5/8ABjcf/F0f8KX+Hf8A0B7n/wAGNx/8XXoVFHsqf8q+4PrFX+Z/eee/8KX+Hf8A0B7n/wAGNx/8XR/wpf4d/wDQHuf/AAY3H/xdehUUeyp/yr7g+sVf5n9557/wpf4d/wDQHuf/AAY3H/xdNk+Cvw5kQpJotwynqG1C4IP/AI/XolFHsofyoTr1X9p/eeef8KX+Hf8A0B7n/wAGNx/8XS/8KX+Hf/QHuf8AwY3H/wAXXoVFHsqf8qH9Yq/zP7zz3/hS/wAO/wDoD3P/AIMbj/4uj/hS/wAO/wDoD3P/AIMbj/4uvQqKPZU/5V9wfWKv8z+889/4Uv8ADv8A6A9z/wCDG4/+Lo/4Uv8ADv8A6A9z/wCDG4/+Lr0Kij2VP+VfcH1ir/M/vPPf+FL/AA7/AOgPc/8AgxuP/i6Q/Bb4dEqTo1ySrBl/4mNxwQcg/f6g816HRTVKC+yhOvVas5P7zlf+EB0P/n88Q/8Ag/vf/jtH/CA6H/z+eIv/AAf3v/x2uqoqzI5X/hAdD/5/PEX/AIP73/47UF98NvDF/Zy2d82t3VtKu2SGbW7t0cehUyYIrsaKAPPP+FL/AA7/AOgPc/8AgxuP/i6X/hS/w7/6A9z/AODG4/8Ai69CorP2VP8AlRt9Yq/zP7zz3/hS/wAO/wDoD3P/AIMbj/4uj/hS/wAO/wDoD3P/AIMbj/4uvQqKPZU/5V9wfWKv8z+889/4Uv8ADv8A6A9z/wCDG4/+Lo/4Uv8ADv8A6A9z/wCDG4/+Lr0Kij2VP+VfcH1ir/M/vPPf+FL/AA7/AOgPc/8AgxuP/i6a/wAFPhzIu19FuGX0OoXBH/odeiUUeyh/KhOvVf2n9557/wAKX+Hf/QHuf/Bjcf8AxdH/AApf4d/9Ae5/8GNx/wDF16FRR7Kn/Kh/WKv8z+889/4Uv8O/+gPc/wDgxuP/AIuj/hS/w7/6A9z/AODG4/8Ai69Coo9lT/lX3B9Yq/zP7zz3/hS/w7/6A9z/AODG4/8Ai6P+FL/Dv/oD3P8A4Mbj/wCLr0Kij2VP+VfcH1ir/M/vPPf+FL/Dv/oD3P8A4Mbj/wCLpB8F/h2HjkGj3O+N1kRv7RuMq6kFWHz8EEAg9iK9DopqlBbJCdeq1Zyf3nK/8IDof/P54i/8H97/APHaP+EB0P8A5/PEX/g/vf8A47XVUVZkcr/wgOh/8/niL/wf3v8A8dqvqPwz8LajaPZ6h/bV5bPjfDPrV3IjYORlTJg8gGuyooA89/4Uv8O/+gPc/wDgxuP/AIuj/hS/w7/6A9z/AODG4/8Ai69CorP2VP8AlRt9Yq/zP7zz3/hS/wAO/wDoD3P/AIMbj/4uj/hS/wAO/wDoD3P/AIMbj/4uvQqKPZU/5V9wfWKv8z+889/4Uv8ADv8A6A9z/wCDG4/+Lo/4Uv8ADv8A6A9z/wCDG4/+Lr0Kij2VP+VfcH1ir/M/vPPf+FL/AA7/AOgPc/8AgxuP/i6bJ8FPhxIu2TRLhxkHDahcHkHIP369Eoo9lD+VCdeq/tP7zz3/AIUv8O/+gPc/+DG4/wDi6P8AhS/w7/6A9z/4Mbj/AOLr0Kij2VP+VfcP6xV/mf3nnv8Awpf4d/8AQHuf/Bjcf/F0f8KX+Hf/AEB7n/wY3H/xdehUUeyp/wAq+4PrFX+Z/eee/wDCl/h3/wBAe5/8GNx/8XR/wpf4d/8AQHuf/Bjcf/F16FRR7Kn/ACr7g+sVf5n9557/AMKX+Hf/AEB7n/wY3H/xdNf4K/DlxhtFuGGQcHUbg/8As9eiUUKlBfZQnXqvRyf3nKDwDoYGBd+IQP8AsP3v/wAdpf8AhAdD/wCfzxF/4P73/wCO11VFaGRyv/CA6H/z+eIv/B/e/wDx2q2p/DHwpqlobPUl1i9tmZWMNxrV3IhKkMp2tIRkEAj0IFdnRQB57/wpf4d/9Ae5/wDBjcf/ABdH/Cl/h3/0B7n/AMGNx/8AF16FRWfsqf8AKvuNvrFX+Z/eee/8KX+Hf/QHuf8AwY3H/wAXR/wpf4d/9Ae5/wDBjcf/ABdehUUeyp/yr7g+sVf5n9557/wpf4d/9Ae5/wDBjcf/ABdH/Cl/h3/0B7n/AMGNx/8AF16FRR7Kn/KvuD6xV/mf3nnv/Cl/h3/0B7n/AMGNx/8AF01/gr8OZFKvotwynqDqFwQf/H69Eoo9lD+VCdeq/tP7zz3/AIUv8O/+gPc/+DG4/wDi6P8AhS/w7/6A9z/4Mbj/AOLr0Kij2VP+VD+sVf5n9557/wAKX+Hf/QHuf/Bjcf8AxdH/AApf4d/9Ae5/8GNx/wDF16FRR7Kn/KvuD6xV/mf3nnv/AApf4d/9Ae5/8GNx/wDF0f8ACl/h3/0B7n/wY3H/AMXXoVFHsqf8q+4PrFX+Z/eee/8ACl/h3/0B7n/wY3H/AMXSf8KX+He5W/se5yjB1P8AaNx8rA5BHz8EEAg16HRTVKC6ITr1WrOT+85X/hAdD/5/PEX/AIP73/47R/wgOh/8/niL/wAH97/8drqqKsyOV/4QHQ/+fzxF/wCD+9/+O0f8IDof/P54i/8AB/e//Ha6qigDlf8AhAdD/wCfzxF/4P73/wCO0f8ACA6H/wA/niL/AMH97/8AHa6qigDlf+EB0P8A5/PEX/g/vf8A47R/wgOh/wDP54i/8H97/wDHa6qigDlf+EB0P/n88Rf+D+9/+O0f8IDof/P54i/8H97/APHa6qigDlf+EB0P/n88Rf8Ag/vf/jtH/CA6H/z+eIv/AAf3v/x2uqooA5X/AIQHQ/8An88Rf+D+9/8AjtH/AAgOh/8AP54i/wDB/e//AB2uqooA5X/hAdD/AOfzxF/4P73/AOO06DwH4fju7e6ZtXuHtpVmiW51e6mQOpyDteQqce4rqKKACiiigAooooAKKKKACiiigAooooAKKKKACiiigAooooAKKKKACiiigAooooAKKKKACiiigAooooAKKKKACigkAEk4A6muAn+L/guK5dftF/JZpL5L6gllI1orZwf3uNuAeCemaAOn1DxPoNjoZ1u41S3/ALOEnlG4Rt6bt2zGRn+LitOa5t4bVrqaeOKBV3tI7BVC+pJ4Arx74f8A2nS9Q+Jng3S3jWaG6bWNJZUVlKXMQdQiMCpVWUD0yTXPa/dnxdZfCvxRq0yyWmoT/wBl63AfljmkyDtZem0SRPx7igD3bS9d0XVYZptM1axvY4P9c0E6uI/97B46H8q4a4+LC/Zp9W0/whrt/wCH7dyH1SJU8sqpIZ1UncyjB5A57VieI/D+m+EPjBozaLaWul6Z4q0u50e5jghEcS3CjfE+F43tnb06KfWuG8I2+i6b4ffw38R/Evir7bpSyWkXh+KR7e2u4VLeXsWFQ0uRjndnPBoA+lNJ1C01XTLbUrCZZ7W5jWWKRTwykZBq1XKfCSG9g+H+lxXujwaMVjPlWMO7EEWTsU7iTu24zz1rq6ACiiigAooooAKKKKACiiigAooooAKKKKACiuH+Ot5r2n/C7VtW8M301rf2Cpc7ogp3RK4MoO4HjZuPGDx1rrdE1CHVtGstUt8+TeW6Tx56hXUMP50APsr6zvvO+x3UNx5Mhil8tw2xx1U46EelWK8s1fWNU0/xN418M+HtP0/TdSOkf2rps9tagS3U+GDbw2Vc5CjOP4q878SReKNb+CT/ABXg8Z+IYtSuEaaewt7rbZpbmQxNEkQHUL/ETnIJ680Ae7axdaL4m0jU9DstdEk5hZZRpl8q3Mf+6VOVORj9DXkWt+MtYvp/h54y8NRzHTJxLppk1OfCGZyYsyqn8e6P7wGDu4xmtfxfonh3wb4i8C+MPCmmWdhYyXiWF09mioJ4LhcRlsff+badxyevrWT/AMIrqc3hz4j+B9MtGFzpmtLq+iMoKpmTbMiJ2+Tpj1NAHvibtg343Y5x0zS1heBtY1HXNCW81TQb7RLhX8s295t3thR8/wApIwSTj6Vu0AFFFFABRRRQAUUUUAFFFFABRRRQAUUUEgDJIA96ACivOPjxrniTQtH0aTQNVXSYrzVIrO8vfsi3DQRyZAdVb5fvYHI/i7Vnan8MPFFvp0mp6X8UvF8/iCFfNj+0XKmzlcc7TAFwFPTGSBnvQB6xUd1cQWtu9xdTRwQxjc8kjBVUepJ4FeHeK/iL4p1D4PaH4o0W4GnXUuof2ZrCrGreQzbojICQSNsgUj13DPFWfHmhx6X4g+GvhTxBrGp634eudRuvt0upz+Ybmfy91ukrcZXeSAp4I4OaAPWbbxBot3YXV9p+pWuoQ2qF5TaSrKVAGcYUnniuHb4tQXemT63oHhfWNa0O2AM19bhAAMZbahO5to64rH8baLpXgz4peCNS8M6fbWH9sXUulahY2iCNbmF0yHKKMfuz8xPXp2qh8LfGPh3wNpXiDwTrHnWs2j6lcJBEkLyCeNyXjRCAdzbSBjrQB7LoWqWOt6Paatpk6z2d3EJYZB3U1drg/gHo+oaJ8MdOs9RhltnZpJobWQ5a2idyyRn3AP613lABRRRQAUUUUAFFFFABRRRQAUUUUAFFFFABRXn/AMZPGs/hDT9PvLG9sQI9RtxqULgPKtoz4dwM5GPXB616BQBW06/stStRdafdwXcBZlEkLh1JBwRkehBqwzKqlmYKoGSScACvHNX8TatoNv8AEHRfDum6Zpl34faHUrKO0tQou4ZAHkZ1OQT1BYY6Vy3jDRtZj+H/AIf8d3HjbxDeLq8lo+tWst1/ojW9wVLqkagBFG716ZoA9xutTsde0fUbbw/4jtlukiZftFk8c727Y4bbyCeOhryXxv4q1hx8PvGHh65F/p8FxJZ3F5dMYYJJpcwEyRLkghlODzjeQOta+taNpHgb4ueDtZ8PabbaZp2spLpN7HaRrHHK5G+ElRwTkNluvAFYdhoM994b+Jnwzs4z9s0rUxqOkoX+VEmAmhUZ9HRifdqAPeIPN8hPO2ebtG/Z93djnHtT6534e6vqus+HY7jWdCvtGu4yIniu9u+QhVy42k8Ek/lXRUAFFFFABRRRQAUUUUAFFFFABRRRQAUUUUAFFFFABRRRQAUUUUAFFFFABRRRQAUUUUAFFFFABRRRQAUUUUAFFFFABRRRQAUUUUAFFFFABRRRQAUUUUAFFFFABRRRQAUUUUAeVeIvEvj/AFb4mah4F8M3GgaKlraRXJvbuOSed43OC0acJlfRsjkc1L4N1PxrovxP/wCEM8TeIrbxNBc6a19HdpZJbSW7K4XYypxg5yCeeKxvjno5HxO8E6sNX1fR7fU5H0W7utNlEco3/NEu7B+8+AeOgNc98UfDnhfwJa2mqeAtXvR45N5DHaxLfyXM18d43RyIWI24yTwB270AdrrvjDx1ejWL/Q/+Ea8P6NplzLai414S+ZdPH95lClQqdcHknrXPav4o1z4gfDXwnr8Gkand6dNcSJ4h03RpikzFQV2g7gwTcA2N2cEZJq3r1rqMHxX1a+8ReBda8VwEwnQWgVZLW3AUbgwZgqNvydxBIFXvBfw78XweHvEOnaprcOjHVdSOrWb6VKxayndt7xspUB0BwOuCF7UAYvhK70CyfWPCWlaJ4u8MXfiGwmisLbWHLW7TCNh+7YszKxzk5btxXO+C521f4Uf2d4t+IUGgaXpVo1hfaDYWcUNzmIlRvkl3MXfAJ2qAS3avX/D3gPUl16z17xh4suPE1/YbvsI+xx2kEBYYLeWmcvjjcT0PSuiu/C/hu81ZdWutC06a/T7tw9upcfjigDzb4eaJqv8AwkfgrxVp+kXVhp8vh19NvobmcSSRQxvutixwCXbOTxx07Vo6L8MJD4Y1jwzqt35Omv4hbU9LNs+Xt4fMWRY/mGB8wY9/vGvUBwMDpRQBS1HStO1JrNtQs4bprKdbi3aVATHKAQHHocE8+9WXgheVZXhjaRfusVBI+hqSigAooooAKKKKACio7q4gtbd7i6mjhhjG55JGCqo9STVfRtU07WdOj1HSb2C9tJc7JoXDK2Dg4I9xQBcorz7S/ibb3nxn1P4bvpTwyWcAkjvPOyJm8tHK7Nvy4D+p6VseLfH3hrwxfJp+oXM8t8yb/stpbvPKF7MyoDtHuaAOprD8d+I4fCfhe78QXNpPdW9oFaVIcblUkAtz2Gc1xviX4lx6l4Y0ebwLcQSXmuap/ZcE11CwFpIAS5kjODuULkKeuR2NTr4T8eT22q6N4j8U6f4l0bUdPkiPnWK2s0MxB27RGCrIe+TkdvcA7M+IdDV7eKbVrKGa4RXjiknVXIYZHBOec1z0Wuy6V4n8S6VPrTavfpaf2rZ6c9sIfIgA2lRIMhwWxzjI75rzD4e+AtB8T/AS5uLqyin8SbLqN9RkHmXKTxOwXDHkY2rgehFW7DWDPrHwr+IEmMalbyeHtV2tnLuuY0YE9FkSQn6UAX1+IPxH17wbP4+8Mab4fh0G3jeUWN2JpLudY/8AWYZSFB4OBjtVD4jeLLHxH4u8KaXqMWrXfh7UtFfUotO0sv5l/c5+WFmQg7VUM3UDI544rs/g1pF7pmieI/DGoWssdna6vcx2crRlRNBJ8+4eoBZh+FZ+j/Cid/BOj6VqOrS2GsaBczNo+pWD5eCJmOxWDKAwK4DL39aAMbwBpd1ZeLb/AEObSZtB8K+ItNljttH1O+Es7zBfnKJuYopQtuBJ6CofhF8TNB8L+A7fwvrtxcz6xo9xPYPb2dvJcSMI3IDkKOAe2a9C8KeBZNO8QjxN4h8QXniPXVtzbRXM0SQxQRk5IjiQYUnuckn866u3sbK3meaC0gilkJLukYDMfc96APNlj1nxJ458I+ONP0DUtMSL7VY6jDfBEkFsyhlbbk9Xx0OeK0vA3gSbS/AWu+DdTlT+zby6vUs1icsYbSYnavI4IBJ78139FAHOWPg3R08Eab4S1NDq1jp8MMUZugNzeVjYTtwMjArolVV6AClooAKKKKACiiigAopk80NvE008scUa/ed2Cgfiaoabr+h6leS2en6vY3VxF9+KGdWZfwBoA0qKq3+o6fp4U319bWob7vnSqmfpmql54i0W01PTdNuNRgS51Pd9iXdxMVGSFPTpQBq0Vzlx4oWL4i2ng8WRYz6bJfG583ATa6rs245zuznPbpXjz/EXxBrmhSeK7X4jaT4fNx5smk6D/Z6XEk0cbEKJTkvufbztHGeM0Ae6a1rekaLaTXWq6la2cMKB5GlkC7VJwDjr1rmLz4peD4/DGoeIdP1JdVtNOZBdi0wzxBiAGIOOOa861i6HiPxF8LPHWtac1gl/I9nfWc8ZCLLhthIPbePlB/vCtP4neHbSL4lwWkUEUFp4u0W50mUeWBGbhBvhOAODnJJ/2RQB3HxL8WX3haw0XVLW3tprC51KC2vTIDuSKU7QyYIAO4jrkYzXmXjbVbPXvjJ4g0DxFo+va/baTbWv9laTpm9UkEkYeWdyGUEgsFGTjHbIqO817UvFvwdHw4/4R3V28YRWiWc6TW7LHE8OB55mI2/NtB4Octj3rvL3wJqWtw6J4ni1e58K+MINOjt7me2RJ42GAWjkRvlcBicHP50Aefx6Hrc3gDxx4L1JRaLFCuqeH9OuNQE93aRqS3zMCflDKu0Ek5J613ekfF3wdb+CNH1DUdXi+33NhHKLGE+bcOxX7oVeS2a6DwZ4Hs/D9zqepXl/da1rGq7Rf395t3SKowI1VQFRBzhR+ZwKv6D4Q8LaCzNo/h/TbFmbczQ26qSfXOOtAHl3gr4fapqHwM1/Sry3az1HX7qfUbaCc7TbOzBod2OhBRWNelar4VsfEng620HxVbpelYojI6OwZZkH+sRxhgc55966OigDj/Cfw70TQNVTWHvNX1rVIozFBeateG4kgjPVU6BR9Bn3pNK8I3Gn/FHWPE6SWjafqlpCrwlT5iTxkgOOMYIJyc54FdjRQAUUUUAFFFFABRRRQAUVzfh/xjp+seLNb8Li3u7PUtIZDJHcKo86Nx8sseCcofwIyMiuA8N/ErxAvxV1XTfEC2y+GZtXn0bTpo49pguoVRwJG/6aLJx7rxgZoA9j70V5j4XvXtfjL8TriZ5JILWy0yRY93AAglJwO2cVk6TcfFTxV4RXx1pXi7T9OW5ia6stF/sxJImiGdqSSk79zAckdCeKAPTvEfiHQ9BsJrrWNYs9Oij2q0k0gGwtwvHvg4+hrzrwR8TPsfw01PVvEd2+p3+m6k9igijAlvGZ/wBwFUYG51ZTwMY57Vy81/p3ir4kfDHxvfW8S2WsxT2V3ayLujjvI45PL3Z4LbnZVB5FM8W+Ap9S+PF9p2n65daJJJYprukiJQ0P2yJkjLup7AADAHQn0wQD0D4l+Mda0mw8N6VbPY6FrHiCVo3urphLDp6pHvkbnAdwOFB4JrmfBfi/Vp/HNt4ZfxZ/wneiarbypLew6csH2KQKeC8YClWGR6gkVJrujeI/iX4bgs9Y0aLR/F/hm/juYZbqEvYXjKedp7xuAMjqMCtnT9D8ceItZ0STXtL0zwrpGk3AupLTT7wzPezL9zJVVCRg84OSehoA4X4b+A7TXvhP4y07UreK/wDFcMt1pT3jnMpMIUQqGPITKL9a7P4e/Frwovwt8O6h4h8QW8GoPYrHNFJJvnklj+RjtGSSxUkdzkV2/hzwtaaH4g1/WLa4mZ9auEnmhYAJGyoE+XAzzjJpNE8E+EdFmkm0rw3pdpLI253jtlDMc5znFAHHQ2DeKfH+meMdJtbiTQNY0W407U/PTyW2K5EYKNhhkl/wxV7wz4Bu5PgpH8P/ABReB28iS2aa3bcVi8wmMAsOqrtX8K9DFFAGRdeHNLvtN06y1aBdRGnvHJDJOBuEiDAfjAz+laUdtbx3EtxHBGk0uPMkCgM+BgZPfAqWigAooooAKKKKACiiigAooooAKKKKACiiigAooooAKKKKACiiigAooooAKKKKACiiigAooooAKKKKACiiigAooooAKKKKACiiigAooooAKKKKACiiigAooooAKKKKACiiigAooooAwvHHhLRfGWkR6XrsEsttHcJcJ5crRssi5wQykEdTVfwr4D8I+GJPO0XQrS3ucYa4K75m9y7ZJPvmulooAKKKKACiiigAooooAKKKKACiiigAooooAzPFekQ+IPDGqaHcNtjv7SW2ZsZ271K7vqM5/CvAP2dNZufB9hpVrqDMmi6vM9jMHOBp+pxMVKHPQSKFP+9n6V9JV5XpHw/muNQ8feHdYsJV8O6zeC+sLhZkJSV1zIyjO5WEnzAkY4FAHEeIJIbXxbcfESCFI207xydPupGOGMPkxwNkj+EHLV1/ie7ntfi1faH4VuNO0PVNXsIb/VNZvyZT5aZijSCNiF3YXnJA74JrQ8LfCxofhhqvg/xVrDanNq15JeXd3Amxi7lSSM55yvX3rrPEPgrwt4i+ytr2iWepSWqbIpJ03MB9aAPBPC/h/wDtbxL4u8J6FrdzcTQajBrmh6tdpmKa7VQtySygA7nyp2jopr062sPiH4s13RJvE2lWHhvT9HuhdSi21E3El/KFIUAKoCR8kkMSelej2Vra2NrFa2dvFbwRLtjjjUKqj0AFTUAc/wCDPCtp4XbWfsdxLKmq6nLqLxuAFidwoKrjt8o6+9XNP8O6Hp9hDYWml2sdtDO1xFH5YKpKxJLjPQ5ZufetSigAooooAKKKKACiiigAooooAKKKKACiiigDwfxda+G1+Pep23xCu1fRZ9HivtP+2XzpbxFXEbxlMhW3MScHONvvVBF8FeIfip4Th+EthbQ3GkXvnatqFmhhgFrj5oScfvC/QYyB+Jx1nx+023h8Q+BfF09olzBp2rizvEa381fs864LMMH7pUY93rd+IXwy0vxBbxX2hsvh7xBZfNY6hZoIyjDna4XG5D3FAHnN3Jda58VvGNjc+AT4x1OzuI47VLy7jgtbWzZOCC+TuLbs4U5HetDwh4HOq+HfEPgPV9YsYtU0+8W/01dOaWUaK7fNEFkdV3YI+6O3HHFdZH8PdQ1yGy1rxJqDaP4uihEFxqGgXTKJ0HTcHQD8McdjXV+DvCuk+FbSeHTElaW6lM11cTyGSWeQ/wATMeTQB5p8H9U1vxB8WNZn8S2EltqukaTBYXGUwhl3sXaM/wB1wFbt1o8O+DPGPw91LUdP8JeFvDms6deXUlxY3tzc/Z5bAv8AwSDYWdF7bTnHpXsyxors6ooZvvEDk/WnUAcJ4f8Ah5GPBlhpHinUp9Xv4tQXVbi5WRlBug28be4QHAA4zjoM4rtp7W3nkhkmgjkeFt0TOoJQ4xkehxUtFABRRRQAUUUUAFFFFABRRRQAUUUUAFFFFABRRRQB5r8YLCfRdS0v4laTCWu9GPlaiidbixY/ODxyUJ3D8fWue8B6Hp/jvwj8RbFZh5d54sup7O5Q8xyCKBo5FPYg4Ne0TxR3EEkEyLJFIpV1YZDAjBBrnvh54L0XwLo9xpWhJMtvcXb3b+Y+472Cg49BhVGPagDzT4A3eo65448fr4htXi1CO202xvlIwHkjjnjZh7NjP41paFpHxQ8F6bN4P0HSdH1jStzjTNTuNQMP2KNicJLFtLPtzxtPTHNesxW8EUsk0cMaSSkGR1QAvjpk96koA4Tw/wDDPSbPwhoOh6lNLeTaTqC6oJ0YoXuwWJf6Zc8V2rWlq16t61vEblUMaylRvC5zgHripqKACiiigAooooAKKKKACiiigAooooAKKKKACiiigAooooAKKKKACiiigAooooAKKKKACiiigAooooAKKKKACiiigAooooAKKKKACiiigAooooAKKKKACiiigAooooAKKKKACiiigAooooAKKKKACiiigAooooAKKKKACiiigAooooAKKKKACiiigAooooAKKKKACiiigAooooAKKKKACiiigAooooAKKKKACiiigAooooAKKKKACiiigAIB6gG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//Z">
            <a:extLst>
              <a:ext uri="{FF2B5EF4-FFF2-40B4-BE49-F238E27FC236}">
                <a16:creationId xmlns:a16="http://schemas.microsoft.com/office/drawing/2014/main" id="{ED926E97-76FA-4893-A8E1-800641EA49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pic>
        <p:nvPicPr>
          <p:cNvPr id="45" name="Picture 45">
            <a:extLst>
              <a:ext uri="{FF2B5EF4-FFF2-40B4-BE49-F238E27FC236}">
                <a16:creationId xmlns:a16="http://schemas.microsoft.com/office/drawing/2014/main" id="{78EDB9FB-603E-20B9-E915-74B86001E54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89828" y="3271111"/>
            <a:ext cx="2446041" cy="14842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18" y="-5283"/>
            <a:ext cx="9144000" cy="5143500"/>
          </a:xfrm>
          <a:prstGeom prst="rect">
            <a:avLst/>
          </a:prstGeom>
          <a:solidFill>
            <a:srgbClr val="F5F1E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7390" y="386819"/>
            <a:ext cx="2662237" cy="12997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47688" y="616707"/>
            <a:ext cx="8048625" cy="3667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880" b="1" kern="0" spc="-72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annual volume to monthly batches</a:t>
            </a:r>
            <a:endParaRPr lang="en-US" sz="2880" dirty="0"/>
          </a:p>
        </p:txBody>
      </p:sp>
      <p:sp>
        <p:nvSpPr>
          <p:cNvPr id="5" name="Text 3"/>
          <p:cNvSpPr/>
          <p:nvPr/>
        </p:nvSpPr>
        <p:spPr>
          <a:xfrm>
            <a:off x="547688" y="1234380"/>
            <a:ext cx="8048625" cy="4095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13"/>
              </a:lnSpc>
              <a:buNone/>
            </a:pPr>
            <a:r>
              <a:rPr lang="en-US" sz="1150" dirty="0">
                <a:solidFill>
                  <a:srgbClr val="6B7280"/>
                </a:solidFill>
                <a:ea typeface="IBM Plex Sans" pitchFamily="34" charset="-122"/>
                <a:cs typeface="IBM Plex Sans" pitchFamily="34" charset="-120"/>
              </a:rPr>
              <a:t>The MPS inherits the RRP machine park and the accepted demand, then decides </a:t>
            </a:r>
            <a:r>
              <a:rPr lang="en-US" sz="1150" b="1" dirty="0">
                <a:solidFill>
                  <a:srgbClr val="1B3A57"/>
                </a:solidFill>
                <a:ea typeface="IBM Plex Sans" pitchFamily="34" charset="-122"/>
                <a:cs typeface="IBM Plex Sans" pitchFamily="34" charset="-120"/>
              </a:rPr>
              <a:t>when</a:t>
            </a:r>
            <a:r>
              <a:rPr lang="en-US" sz="1150" dirty="0">
                <a:solidFill>
                  <a:srgbClr val="6B7280"/>
                </a:solidFill>
                <a:ea typeface="IBM Plex Sans" pitchFamily="34" charset="-122"/>
                <a:cs typeface="IBM Plex Sans" pitchFamily="34" charset="-120"/>
              </a:rPr>
              <a:t> and </a:t>
            </a:r>
            <a:r>
              <a:rPr lang="en-US" sz="1150" b="1" dirty="0">
                <a:solidFill>
                  <a:srgbClr val="1B3A57"/>
                </a:solidFill>
                <a:ea typeface="IBM Plex Sans" pitchFamily="34" charset="-122"/>
                <a:cs typeface="IBM Plex Sans" pitchFamily="34" charset="-120"/>
              </a:rPr>
              <a:t>how much</a:t>
            </a:r>
            <a:r>
              <a:rPr lang="en-US" sz="1150" dirty="0">
                <a:solidFill>
                  <a:srgbClr val="6B7280"/>
                </a:solidFill>
                <a:ea typeface="IBM Plex Sans" pitchFamily="34" charset="-122"/>
                <a:cs typeface="IBM Plex Sans" pitchFamily="34" charset="-120"/>
              </a:rPr>
              <a:t> to launch, minimising the trade-off between inventory holding and setup costs.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7688" y="1954002"/>
            <a:ext cx="3933825" cy="12945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spcAft>
                <a:spcPts val="607"/>
              </a:spcAft>
              <a:buNone/>
            </a:pPr>
            <a:r>
              <a:rPr lang="en-US" sz="720" kern="0" spc="180">
                <a:solidFill>
                  <a:srgbClr val="C241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DECISION VARIABLES: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49548" y="2167905"/>
            <a:ext cx="1895475" cy="338137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78210" y="2169468"/>
            <a:ext cx="1766887" cy="1905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1B3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X[p,t]</a:t>
            </a:r>
            <a:endParaRPr lang="en-US" sz="1010" dirty="0"/>
          </a:p>
        </p:txBody>
      </p:sp>
      <p:sp>
        <p:nvSpPr>
          <p:cNvPr id="9" name="Text 7"/>
          <p:cNvSpPr/>
          <p:nvPr/>
        </p:nvSpPr>
        <p:spPr>
          <a:xfrm>
            <a:off x="678210" y="2361530"/>
            <a:ext cx="1766887" cy="1428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units completed at t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2584140" y="2167905"/>
            <a:ext cx="1895475" cy="338137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712802" y="2169468"/>
            <a:ext cx="1766887" cy="1905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1B3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S[p,t]</a:t>
            </a:r>
            <a:endParaRPr lang="en-US" sz="1010" dirty="0"/>
          </a:p>
        </p:txBody>
      </p:sp>
      <p:sp>
        <p:nvSpPr>
          <p:cNvPr id="12" name="Text 10"/>
          <p:cNvSpPr/>
          <p:nvPr/>
        </p:nvSpPr>
        <p:spPr>
          <a:xfrm>
            <a:off x="2712802" y="2361530"/>
            <a:ext cx="1766887" cy="1428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end-of-period stock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549548" y="2581498"/>
            <a:ext cx="1895475" cy="338137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78210" y="2583061"/>
            <a:ext cx="1766887" cy="1905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1B3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RO[p,t]</a:t>
            </a:r>
            <a:endParaRPr lang="en-US" sz="1010" dirty="0"/>
          </a:p>
        </p:txBody>
      </p:sp>
      <p:sp>
        <p:nvSpPr>
          <p:cNvPr id="15" name="Text 13"/>
          <p:cNvSpPr/>
          <p:nvPr/>
        </p:nvSpPr>
        <p:spPr>
          <a:xfrm>
            <a:off x="678210" y="2775124"/>
            <a:ext cx="1766887" cy="27417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production </a:t>
            </a:r>
            <a:r>
              <a:rPr lang="en-US" sz="83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orders  (batches) released at time t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2584140" y="2581498"/>
            <a:ext cx="1895475" cy="338137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712802" y="2583061"/>
            <a:ext cx="1766887" cy="1905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1B3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SPO[p,t]</a:t>
            </a:r>
            <a:endParaRPr lang="en-US" sz="1010" dirty="0"/>
          </a:p>
        </p:txBody>
      </p:sp>
      <p:sp>
        <p:nvSpPr>
          <p:cNvPr id="18" name="Text 16"/>
          <p:cNvSpPr/>
          <p:nvPr/>
        </p:nvSpPr>
        <p:spPr>
          <a:xfrm>
            <a:off x="2712802" y="2775124"/>
            <a:ext cx="1766887" cy="133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orders completed (</a:t>
            </a:r>
            <a:r>
              <a:rPr lang="en-US" sz="83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exit) at time t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5012116" y="2638448"/>
            <a:ext cx="3933825" cy="12945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spcAft>
                <a:spcPts val="607"/>
              </a:spcAft>
              <a:buNone/>
            </a:pPr>
            <a:r>
              <a:rPr lang="en-US" sz="720" kern="0" spc="180">
                <a:solidFill>
                  <a:srgbClr val="C241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 CONSTRAINTS: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5012116" y="2854062"/>
            <a:ext cx="3933825" cy="164276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B3A57"/>
                </a:solidFill>
                <a:ea typeface="IBM Plex Mono" pitchFamily="34" charset="-122"/>
                <a:cs typeface="IBM Plex Mono" pitchFamily="34" charset="-120"/>
              </a:rPr>
              <a:t>Inv</a:t>
            </a:r>
            <a:r>
              <a:rPr lang="en-US" sz="900">
                <a:solidFill>
                  <a:srgbClr val="1B3A57"/>
                </a:solidFill>
                <a:ea typeface="IBM Plex Mono" pitchFamily="34" charset="-122"/>
                <a:cs typeface="IBM Plex Mono" pitchFamily="34" charset="-120"/>
              </a:rPr>
              <a:t>_Balance </a:t>
            </a:r>
            <a:r>
              <a:rPr lang="en-US" sz="860">
                <a:solidFill>
                  <a:srgbClr val="6B7280"/>
                </a:solidFill>
                <a:ea typeface="IBM Plex Sans" pitchFamily="34" charset="-122"/>
                <a:cs typeface="IBM Plex Sans" pitchFamily="34" charset="-120"/>
              </a:rPr>
              <a:t>S</a:t>
            </a:r>
            <a:r>
              <a:rPr lang="en-US" sz="860" dirty="0">
                <a:solidFill>
                  <a:srgbClr val="6B7280"/>
                </a:solidFill>
                <a:ea typeface="IBM Plex Sans" pitchFamily="34" charset="-122"/>
                <a:cs typeface="IBM Plex Sans" pitchFamily="34" charset="-120"/>
              </a:rPr>
              <a:t>[t−1] + X[t] = Demand + S[t]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12116" y="3250913"/>
            <a:ext cx="3933825" cy="164276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B3A57"/>
                </a:solidFill>
                <a:ea typeface="IBM Plex Mono" pitchFamily="34" charset="-122"/>
                <a:cs typeface="IBM Plex Mono" pitchFamily="34" charset="-120"/>
              </a:rPr>
              <a:t>LeadTime</a:t>
            </a:r>
            <a:r>
              <a:rPr lang="en-US" sz="900">
                <a:solidFill>
                  <a:srgbClr val="1B3A57"/>
                </a:solidFill>
                <a:ea typeface="IBM Plex Mono" pitchFamily="34" charset="-122"/>
                <a:cs typeface="IBM Plex Mono" pitchFamily="34" charset="-120"/>
              </a:rPr>
              <a:t>_Link </a:t>
            </a:r>
            <a:r>
              <a:rPr lang="en-US" sz="860">
                <a:solidFill>
                  <a:srgbClr val="6B7280"/>
                </a:solidFill>
                <a:ea typeface="IBM Plex Sans" pitchFamily="34" charset="-122"/>
                <a:cs typeface="IBM Plex Sans" pitchFamily="34" charset="-120"/>
              </a:rPr>
              <a:t>SPO</a:t>
            </a:r>
            <a:r>
              <a:rPr lang="en-US" sz="860" dirty="0">
                <a:solidFill>
                  <a:srgbClr val="6B7280"/>
                </a:solidFill>
                <a:ea typeface="IBM Plex Sans" pitchFamily="34" charset="-122"/>
                <a:cs typeface="IBM Plex Sans" pitchFamily="34" charset="-120"/>
              </a:rPr>
              <a:t>[p,t] = RO[p, t−LTPP]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12116" y="3707440"/>
            <a:ext cx="3933825" cy="164276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B3A57"/>
                </a:solidFill>
                <a:ea typeface="IBM Plex Mono" pitchFamily="34" charset="-122"/>
                <a:cs typeface="IBM Plex Mono" pitchFamily="34" charset="-120"/>
              </a:rPr>
              <a:t>Batch Sizing </a:t>
            </a:r>
            <a:r>
              <a:rPr lang="en-US" sz="860" dirty="0" err="1">
                <a:solidFill>
                  <a:srgbClr val="6B7280"/>
                </a:solidFill>
                <a:ea typeface="IBM Plex Sans" pitchFamily="34" charset="-122"/>
                <a:cs typeface="IBM Plex Sans" pitchFamily="34" charset="-120"/>
              </a:rPr>
              <a:t>MinBatchProd</a:t>
            </a:r>
            <a:r>
              <a:rPr lang="en-US" sz="860" dirty="0">
                <a:solidFill>
                  <a:srgbClr val="6B7280"/>
                </a:solidFill>
                <a:ea typeface="IBM Plex Sans" pitchFamily="34" charset="-122"/>
                <a:cs typeface="IBM Plex Sans" pitchFamily="34" charset="-120"/>
              </a:rPr>
              <a:t> ≤ X ≤ MaxBatchCap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12116" y="4038913"/>
            <a:ext cx="3933825" cy="164276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 err="1">
                <a:solidFill>
                  <a:srgbClr val="1B3A57"/>
                </a:solidFill>
                <a:ea typeface="IBM Plex Mono" pitchFamily="34" charset="-122"/>
                <a:cs typeface="IBM Plex Mono" pitchFamily="34" charset="-120"/>
              </a:rPr>
              <a:t>Prod_Capacity</a:t>
            </a:r>
            <a:r>
              <a:rPr lang="en-US" sz="900" dirty="0">
                <a:solidFill>
                  <a:srgbClr val="1B3A57"/>
                </a:solidFill>
                <a:ea typeface="IBM Plex Mono" pitchFamily="34" charset="-122"/>
                <a:cs typeface="IBM Plex Mono" pitchFamily="34" charset="-120"/>
              </a:rPr>
              <a:t> </a:t>
            </a:r>
            <a:r>
              <a:rPr lang="en-US" sz="860" dirty="0" err="1">
                <a:solidFill>
                  <a:srgbClr val="6B7280"/>
                </a:solidFill>
                <a:ea typeface="IBM Plex Sans" pitchFamily="34" charset="-122"/>
                <a:cs typeface="IBM Plex Sans" pitchFamily="34" charset="-120"/>
              </a:rPr>
              <a:t>ProcTime·X</a:t>
            </a:r>
            <a:r>
              <a:rPr lang="en-US" sz="860" dirty="0">
                <a:solidFill>
                  <a:srgbClr val="6B7280"/>
                </a:solidFill>
                <a:ea typeface="IBM Plex Sans" pitchFamily="34" charset="-122"/>
                <a:cs typeface="IBM Plex Sans" pitchFamily="34" charset="-120"/>
              </a:rPr>
              <a:t> + SetupTime·RO ≤ AvailCap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7688" y="4707908"/>
            <a:ext cx="8048625" cy="11900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80" kern="0" spc="171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PMAO · BUONFANTINO · CEVENINI                                                                             08</a:t>
            </a:r>
            <a:endParaRPr lang="en-US" sz="68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548" y="2167905"/>
            <a:ext cx="1895475" cy="338137"/>
          </a:xfrm>
          <a:prstGeom prst="rect">
            <a:avLst/>
          </a:prstGeom>
        </p:spPr>
      </p:pic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84140" y="2167905"/>
            <a:ext cx="1895475" cy="338137"/>
          </a:xfrm>
          <a:prstGeom prst="rect">
            <a:avLst/>
          </a:prstGeom>
        </p:spPr>
      </p:pic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9622" y="2587349"/>
            <a:ext cx="1895475" cy="435645"/>
          </a:xfrm>
          <a:prstGeom prst="rect">
            <a:avLst/>
          </a:prstGeom>
        </p:spPr>
      </p:pic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73611" y="2568328"/>
            <a:ext cx="1895475" cy="338137"/>
          </a:xfrm>
          <a:prstGeom prst="rect">
            <a:avLst/>
          </a:prstGeom>
        </p:spPr>
      </p:pic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7688" y="4648349"/>
            <a:ext cx="8048625" cy="238125"/>
          </a:xfrm>
          <a:prstGeom prst="rect">
            <a:avLst/>
          </a:prstGeom>
        </p:spPr>
      </p:pic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D4276BFD-2A47-4C91-A085-B3824FA0F2E0}"/>
              </a:ext>
            </a:extLst>
          </p:cNvPr>
          <p:cNvSpPr txBox="1"/>
          <p:nvPr/>
        </p:nvSpPr>
        <p:spPr>
          <a:xfrm>
            <a:off x="450905" y="173576"/>
            <a:ext cx="14439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kern="0" spc="216">
                <a:solidFill>
                  <a:srgbClr val="C2410C"/>
                </a:solidFill>
                <a:latin typeface="Garamond" panose="02020404030301010803" pitchFamily="18" charset="0"/>
                <a:ea typeface="IBM Plex Mono" pitchFamily="34" charset="-122"/>
                <a:cs typeface="IBM Plex Mono" pitchFamily="34" charset="-120"/>
              </a:rPr>
              <a:t>MPS</a:t>
            </a:r>
            <a:endParaRPr lang="it-IT" sz="1600">
              <a:latin typeface="Garamond" panose="02020404030301010803" pitchFamily="18" charset="0"/>
            </a:endParaRPr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4CB48477-3BB4-4BE9-AFB9-0255280BF8DD}"/>
              </a:ext>
            </a:extLst>
          </p:cNvPr>
          <p:cNvSpPr/>
          <p:nvPr/>
        </p:nvSpPr>
        <p:spPr>
          <a:xfrm>
            <a:off x="527815" y="3263060"/>
            <a:ext cx="4024312" cy="13542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spcAft>
                <a:spcPts val="607"/>
              </a:spcAft>
              <a:buNone/>
            </a:pPr>
            <a:r>
              <a:rPr lang="en-US" sz="900" kern="0" spc="180">
                <a:solidFill>
                  <a:srgbClr val="C241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OBJECTIVE FUNCTION</a:t>
            </a:r>
            <a:endParaRPr lang="en-US" sz="900" dirty="0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6C78708E-DAA2-4BA5-B446-D654C4A7EFDE}"/>
              </a:ext>
            </a:extLst>
          </p:cNvPr>
          <p:cNvSpPr/>
          <p:nvPr/>
        </p:nvSpPr>
        <p:spPr>
          <a:xfrm>
            <a:off x="547390" y="3492645"/>
            <a:ext cx="3810000" cy="17248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150" b="1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minimize Total_MPS_Cost:</a:t>
            </a:r>
            <a:endParaRPr lang="en-US" sz="1150" dirty="0"/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DE0EB9B7-BDDC-470B-B21A-76B08549F912}"/>
              </a:ext>
            </a:extLst>
          </p:cNvPr>
          <p:cNvSpPr/>
          <p:nvPr/>
        </p:nvSpPr>
        <p:spPr>
          <a:xfrm>
            <a:off x="547390" y="3699733"/>
            <a:ext cx="4128399" cy="16055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7"/>
              </a:lnSpc>
              <a:spcBef>
                <a:spcPts val="243"/>
              </a:spcBef>
            </a:pPr>
            <a:r>
              <a:rPr lang="en-US" sz="1050">
                <a:solidFill>
                  <a:schemeClr val="tx2"/>
                </a:solidFill>
              </a:rPr>
              <a:t>UnitProdCost</a:t>
            </a:r>
            <a:r>
              <a:rPr lang="en-US" sz="1050">
                <a:solidFill>
                  <a:schemeClr val="tx2"/>
                </a:solidFill>
                <a:ea typeface="IBM Plex Sans" pitchFamily="34" charset="-122"/>
                <a:cs typeface="IBM Plex Sans" pitchFamily="34" charset="-120"/>
              </a:rPr>
              <a:t> ·X + HoldingCostComp ·S + SetupCost · RO + BatchCost · SPO</a:t>
            </a:r>
            <a:endParaRPr lang="en-US" sz="1050" dirty="0">
              <a:solidFill>
                <a:schemeClr val="tx2"/>
              </a:solidFill>
            </a:endParaRPr>
          </a:p>
        </p:txBody>
      </p:sp>
      <p:pic>
        <p:nvPicPr>
          <p:cNvPr id="35" name="Image 2" descr="preencoded.png">
            <a:extLst>
              <a:ext uri="{FF2B5EF4-FFF2-40B4-BE49-F238E27FC236}">
                <a16:creationId xmlns:a16="http://schemas.microsoft.com/office/drawing/2014/main" id="{9BE119CC-9242-48B2-A55F-6FB6572AD5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905" y="3507919"/>
            <a:ext cx="1895475" cy="3523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6084" y="262784"/>
            <a:ext cx="2047875" cy="11900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80" kern="0" spc="205" dirty="0">
                <a:solidFill>
                  <a:srgbClr val="C241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MPS</a:t>
            </a:r>
            <a:r>
              <a:rPr lang="en-US" sz="680" kern="0" spc="205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SOLUTIONS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457200" y="515429"/>
            <a:ext cx="8229600" cy="27039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17"/>
              </a:lnSpc>
              <a:buNone/>
            </a:pPr>
            <a:r>
              <a:rPr lang="en-US" sz="2020" b="1" kern="0" spc="-5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 Months </a:t>
            </a:r>
            <a:r>
              <a:rPr lang="en-US" sz="2020" b="1" kern="0" spc="-50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</a:t>
            </a:r>
            <a:r>
              <a:rPr lang="en-US" sz="2020" b="1" kern="0" spc="-5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lan</a:t>
            </a:r>
            <a:endParaRPr lang="en-US" sz="2020" dirty="0"/>
          </a:p>
        </p:txBody>
      </p:sp>
      <p:sp>
        <p:nvSpPr>
          <p:cNvPr id="5" name="Shape 3"/>
          <p:cNvSpPr/>
          <p:nvPr/>
        </p:nvSpPr>
        <p:spPr>
          <a:xfrm>
            <a:off x="456085" y="919462"/>
            <a:ext cx="992048" cy="457775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34851" y="1002582"/>
            <a:ext cx="695374" cy="10624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80" kern="0" spc="115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TOTAL COST</a:t>
            </a:r>
            <a:endParaRPr lang="en-US" sz="580" dirty="0"/>
          </a:p>
        </p:txBody>
      </p:sp>
      <p:sp>
        <p:nvSpPr>
          <p:cNvPr id="7" name="Text 5"/>
          <p:cNvSpPr/>
          <p:nvPr/>
        </p:nvSpPr>
        <p:spPr>
          <a:xfrm>
            <a:off x="534851" y="1128080"/>
            <a:ext cx="1882388" cy="2047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122"/>
              </a:spcBef>
              <a:buNone/>
            </a:pPr>
            <a:r>
              <a:rPr lang="en-US" sz="1300" b="1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€273,711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06404" y="924675"/>
            <a:ext cx="1568673" cy="442589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286328" y="943860"/>
            <a:ext cx="1056161" cy="10567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864"/>
              </a:lnSpc>
              <a:buNone/>
            </a:pPr>
            <a:r>
              <a:rPr lang="en-US" sz="580" kern="0" spc="115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 COMPLETED</a:t>
            </a:r>
            <a:endParaRPr lang="en-US" sz="580" dirty="0"/>
          </a:p>
        </p:txBody>
      </p:sp>
      <p:sp>
        <p:nvSpPr>
          <p:cNvPr id="16" name="Text 14"/>
          <p:cNvSpPr/>
          <p:nvPr/>
        </p:nvSpPr>
        <p:spPr>
          <a:xfrm>
            <a:off x="4150069" y="1110279"/>
            <a:ext cx="1256249" cy="1978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620"/>
              </a:lnSpc>
              <a:spcBef>
                <a:spcPts val="122"/>
              </a:spcBef>
              <a:buNone/>
            </a:pPr>
            <a:r>
              <a:rPr lang="en-US" sz="1300" b="1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100% from RRP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1295" y="1452551"/>
            <a:ext cx="4542639" cy="3190875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857970" y="1520008"/>
            <a:ext cx="4290190" cy="10605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64"/>
              </a:lnSpc>
              <a:spcAft>
                <a:spcPts val="243"/>
              </a:spcAft>
              <a:buNone/>
            </a:pPr>
            <a:r>
              <a:rPr lang="en-US" sz="580" kern="0" spc="144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BASELINE</a:t>
            </a:r>
            <a:endParaRPr lang="en-US" sz="58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rcRect l="23257" r="23753" b="5134"/>
          <a:stretch/>
        </p:blipFill>
        <p:spPr>
          <a:xfrm>
            <a:off x="881783" y="1727008"/>
            <a:ext cx="4290190" cy="2765004"/>
          </a:xfrm>
          <a:prstGeom prst="rect">
            <a:avLst/>
          </a:prstGeom>
        </p:spPr>
      </p:pic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" y="4781513"/>
            <a:ext cx="8229600" cy="180975"/>
          </a:xfrm>
          <a:prstGeom prst="rect">
            <a:avLst/>
          </a:prstGeom>
        </p:spPr>
      </p:pic>
      <p:sp>
        <p:nvSpPr>
          <p:cNvPr id="22" name="Text 23">
            <a:extLst>
              <a:ext uri="{FF2B5EF4-FFF2-40B4-BE49-F238E27FC236}">
                <a16:creationId xmlns:a16="http://schemas.microsoft.com/office/drawing/2014/main" id="{AA050459-2B6B-BADA-9768-57977D1A5254}"/>
              </a:ext>
            </a:extLst>
          </p:cNvPr>
          <p:cNvSpPr/>
          <p:nvPr/>
        </p:nvSpPr>
        <p:spPr>
          <a:xfrm>
            <a:off x="547688" y="4781513"/>
            <a:ext cx="8048625" cy="11900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80" kern="0" spc="171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PMAO · BUONFANTINO · CEVENINI                                                                             09</a:t>
            </a:r>
            <a:endParaRPr lang="en-US" sz="680" dirty="0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7B91C3DC-D93C-42CA-3113-BC3996DE85A0}"/>
              </a:ext>
            </a:extLst>
          </p:cNvPr>
          <p:cNvSpPr/>
          <p:nvPr/>
        </p:nvSpPr>
        <p:spPr>
          <a:xfrm>
            <a:off x="5725466" y="283857"/>
            <a:ext cx="3027549" cy="1335708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2A9E9C76-6B1C-2987-03EE-88E993982080}"/>
              </a:ext>
            </a:extLst>
          </p:cNvPr>
          <p:cNvSpPr/>
          <p:nvPr/>
        </p:nvSpPr>
        <p:spPr>
          <a:xfrm>
            <a:off x="5780235" y="298488"/>
            <a:ext cx="2972780" cy="9509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spcAft>
                <a:spcPts val="162"/>
              </a:spcAft>
              <a:buNone/>
            </a:pPr>
            <a:r>
              <a:rPr lang="en-US" sz="54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CAPACITYDROP (CAP HALVED AT T = 6)</a:t>
            </a:r>
            <a:endParaRPr lang="en-US" sz="540" dirty="0"/>
          </a:p>
        </p:txBody>
      </p:sp>
      <p:pic>
        <p:nvPicPr>
          <p:cNvPr id="25" name="Image 1" descr="preencoded.png">
            <a:extLst>
              <a:ext uri="{FF2B5EF4-FFF2-40B4-BE49-F238E27FC236}">
                <a16:creationId xmlns:a16="http://schemas.microsoft.com/office/drawing/2014/main" id="{CBFBADEF-74AF-5A5B-66D2-B59A12AAFED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652" r="12542"/>
          <a:stretch/>
        </p:blipFill>
        <p:spPr>
          <a:xfrm>
            <a:off x="6326833" y="428425"/>
            <a:ext cx="2164361" cy="1133804"/>
          </a:xfrm>
          <a:prstGeom prst="rect">
            <a:avLst/>
          </a:prstGeom>
        </p:spPr>
      </p:pic>
      <p:sp>
        <p:nvSpPr>
          <p:cNvPr id="26" name="Shape 9">
            <a:extLst>
              <a:ext uri="{FF2B5EF4-FFF2-40B4-BE49-F238E27FC236}">
                <a16:creationId xmlns:a16="http://schemas.microsoft.com/office/drawing/2014/main" id="{B20ED3F5-EE6C-8287-3F94-0A8801F77BD8}"/>
              </a:ext>
            </a:extLst>
          </p:cNvPr>
          <p:cNvSpPr/>
          <p:nvPr/>
        </p:nvSpPr>
        <p:spPr>
          <a:xfrm>
            <a:off x="5725466" y="1713662"/>
            <a:ext cx="3028009" cy="1519111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15F8C297-1E09-D202-F63D-4A546B0B17A2}"/>
              </a:ext>
            </a:extLst>
          </p:cNvPr>
          <p:cNvSpPr/>
          <p:nvPr/>
        </p:nvSpPr>
        <p:spPr>
          <a:xfrm>
            <a:off x="5811594" y="1772423"/>
            <a:ext cx="3028009" cy="9509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spcAft>
                <a:spcPts val="162"/>
              </a:spcAft>
              <a:buNone/>
            </a:pPr>
            <a:r>
              <a:rPr lang="en-US" sz="54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ZEROINVENTORY</a:t>
            </a:r>
            <a:endParaRPr lang="en-US" sz="540" dirty="0"/>
          </a:p>
        </p:txBody>
      </p:sp>
      <p:pic>
        <p:nvPicPr>
          <p:cNvPr id="28" name="Image 3" descr="preencoded.png">
            <a:extLst>
              <a:ext uri="{FF2B5EF4-FFF2-40B4-BE49-F238E27FC236}">
                <a16:creationId xmlns:a16="http://schemas.microsoft.com/office/drawing/2014/main" id="{BA11858A-3B67-C4E8-9E3D-A09E6C15D04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4652" r="12542"/>
          <a:stretch/>
        </p:blipFill>
        <p:spPr>
          <a:xfrm>
            <a:off x="6320923" y="1845058"/>
            <a:ext cx="2275389" cy="1231942"/>
          </a:xfrm>
          <a:prstGeom prst="rect">
            <a:avLst/>
          </a:prstGeom>
        </p:spPr>
      </p:pic>
      <p:sp>
        <p:nvSpPr>
          <p:cNvPr id="29" name="Shape 7">
            <a:extLst>
              <a:ext uri="{FF2B5EF4-FFF2-40B4-BE49-F238E27FC236}">
                <a16:creationId xmlns:a16="http://schemas.microsoft.com/office/drawing/2014/main" id="{0C7EBBE2-1D2A-317C-CE13-FBAC22228EB7}"/>
              </a:ext>
            </a:extLst>
          </p:cNvPr>
          <p:cNvSpPr/>
          <p:nvPr/>
        </p:nvSpPr>
        <p:spPr>
          <a:xfrm>
            <a:off x="5725466" y="3304348"/>
            <a:ext cx="3027549" cy="1323723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EEE688E1-8F59-AC6B-0B43-AB54A9012138}"/>
              </a:ext>
            </a:extLst>
          </p:cNvPr>
          <p:cNvSpPr/>
          <p:nvPr/>
        </p:nvSpPr>
        <p:spPr>
          <a:xfrm>
            <a:off x="5761480" y="3324949"/>
            <a:ext cx="3427813" cy="9509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spcAft>
                <a:spcPts val="162"/>
              </a:spcAft>
              <a:buNone/>
            </a:pPr>
            <a:r>
              <a:rPr lang="en-US" sz="54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HIGHSETUP</a:t>
            </a:r>
            <a:endParaRPr lang="en-US" sz="540" dirty="0"/>
          </a:p>
        </p:txBody>
      </p:sp>
      <p:pic>
        <p:nvPicPr>
          <p:cNvPr id="31" name="Image 2" descr="preencoded.png">
            <a:extLst>
              <a:ext uri="{FF2B5EF4-FFF2-40B4-BE49-F238E27FC236}">
                <a16:creationId xmlns:a16="http://schemas.microsoft.com/office/drawing/2014/main" id="{59D6043A-1EB9-942B-FFD8-135A1672D74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2604" r="8418"/>
          <a:stretch/>
        </p:blipFill>
        <p:spPr>
          <a:xfrm>
            <a:off x="6215805" y="3391988"/>
            <a:ext cx="2275389" cy="1189605"/>
          </a:xfrm>
          <a:prstGeom prst="rect">
            <a:avLst/>
          </a:prstGeom>
        </p:spPr>
      </p:pic>
      <p:sp>
        <p:nvSpPr>
          <p:cNvPr id="32" name="Shape 6">
            <a:extLst>
              <a:ext uri="{FF2B5EF4-FFF2-40B4-BE49-F238E27FC236}">
                <a16:creationId xmlns:a16="http://schemas.microsoft.com/office/drawing/2014/main" id="{44720657-FF46-4F2B-9E63-FDBFC89F33E9}"/>
              </a:ext>
            </a:extLst>
          </p:cNvPr>
          <p:cNvSpPr/>
          <p:nvPr/>
        </p:nvSpPr>
        <p:spPr>
          <a:xfrm>
            <a:off x="1577979" y="925042"/>
            <a:ext cx="1107471" cy="452196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2BB5C80C-B81F-4894-9ADA-1D321D6756A3}"/>
              </a:ext>
            </a:extLst>
          </p:cNvPr>
          <p:cNvSpPr/>
          <p:nvPr/>
        </p:nvSpPr>
        <p:spPr>
          <a:xfrm>
            <a:off x="1647996" y="1002581"/>
            <a:ext cx="596245" cy="10624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80" kern="0" spc="115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Σ X[P,T]</a:t>
            </a:r>
            <a:endParaRPr lang="en-US" sz="580" dirty="0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B0243FA5-5067-4A5C-8549-6D6152DD7FC2}"/>
              </a:ext>
            </a:extLst>
          </p:cNvPr>
          <p:cNvSpPr/>
          <p:nvPr/>
        </p:nvSpPr>
        <p:spPr>
          <a:xfrm>
            <a:off x="1647996" y="1128080"/>
            <a:ext cx="1833562" cy="2047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122"/>
              </a:spcBef>
              <a:buNone/>
            </a:pPr>
            <a:r>
              <a:rPr lang="en-US" sz="1300" b="1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43,664 units</a:t>
            </a:r>
            <a:endParaRPr lang="en-US" sz="1300" dirty="0"/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B929E2E8-BAF9-4BB9-AA2C-4FAB10BFA992}"/>
              </a:ext>
            </a:extLst>
          </p:cNvPr>
          <p:cNvSpPr/>
          <p:nvPr/>
        </p:nvSpPr>
        <p:spPr>
          <a:xfrm>
            <a:off x="2803481" y="926844"/>
            <a:ext cx="1260919" cy="442589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D8376A72-53F1-438F-9064-87A7DC4130D6}"/>
              </a:ext>
            </a:extLst>
          </p:cNvPr>
          <p:cNvSpPr/>
          <p:nvPr/>
        </p:nvSpPr>
        <p:spPr>
          <a:xfrm>
            <a:off x="2969622" y="1009962"/>
            <a:ext cx="826625" cy="10624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80" kern="0" spc="115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Σ SPO[P,T]</a:t>
            </a:r>
            <a:endParaRPr lang="en-US" sz="580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76D71C8C-C954-4936-96F9-85540C148279}"/>
              </a:ext>
            </a:extLst>
          </p:cNvPr>
          <p:cNvSpPr/>
          <p:nvPr/>
        </p:nvSpPr>
        <p:spPr>
          <a:xfrm>
            <a:off x="2954023" y="1135462"/>
            <a:ext cx="1161372" cy="1978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122"/>
              </a:spcBef>
              <a:buNone/>
            </a:pPr>
            <a:r>
              <a:rPr lang="en-US" sz="1300" b="1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551 batches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5321"/>
            <a:ext cx="9144000" cy="5143500"/>
          </a:xfrm>
          <a:prstGeom prst="rect">
            <a:avLst/>
          </a:prstGeom>
          <a:solidFill>
            <a:srgbClr val="F5F1E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7687" y="264707"/>
            <a:ext cx="1497859" cy="163378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1600" kern="0" spc="216">
                <a:solidFill>
                  <a:srgbClr val="2F6F4F"/>
                </a:solidFill>
                <a:latin typeface="Garamond" panose="02020404030301010803" pitchFamily="18" charset="0"/>
                <a:ea typeface="IBM Plex Mono" pitchFamily="34" charset="-122"/>
                <a:cs typeface="IBM Plex Mono" pitchFamily="34" charset="-120"/>
              </a:rPr>
              <a:t>GREEN MRP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134" y="821058"/>
            <a:ext cx="8048625" cy="34233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80"/>
              </a:lnSpc>
            </a:pPr>
            <a:r>
              <a:rPr lang="en-US" sz="2400">
                <a:latin typeface="Bahnschrift" panose="020B0502040204020203" pitchFamily="34" charset="0"/>
              </a:rPr>
              <a:t>Internalizing Carbon Costs in Supply Chain Operations</a:t>
            </a:r>
            <a:endParaRPr lang="en-US" sz="2400" dirty="0">
              <a:latin typeface="Bahnschrift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134" y="1234418"/>
            <a:ext cx="4938712" cy="601896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20" dirty="0">
                <a:solidFill>
                  <a:srgbClr val="6B7280"/>
                </a:solidFill>
                <a:ea typeface="IBM Plex Sans" pitchFamily="34" charset="-122"/>
                <a:cs typeface="IBM Plex Sans" pitchFamily="34" charset="-120"/>
              </a:rPr>
              <a:t>A deliberate design choice</a:t>
            </a:r>
            <a:r>
              <a:rPr lang="en-US" sz="1120">
                <a:solidFill>
                  <a:srgbClr val="6B7280"/>
                </a:solidFill>
                <a:ea typeface="IBM Plex Sans" pitchFamily="34" charset="-122"/>
                <a:cs typeface="IBM Plex Sans" pitchFamily="34" charset="-120"/>
              </a:rPr>
              <a:t>: CO2 emissions </a:t>
            </a:r>
            <a:r>
              <a:rPr lang="en-US" sz="1120" dirty="0">
                <a:solidFill>
                  <a:srgbClr val="6B7280"/>
                </a:solidFill>
                <a:ea typeface="IBM Plex Sans" pitchFamily="34" charset="-122"/>
                <a:cs typeface="IBM Plex Sans" pitchFamily="34" charset="-120"/>
              </a:rPr>
              <a:t>are an </a:t>
            </a:r>
            <a:r>
              <a:rPr lang="en-US" sz="1120" b="1" dirty="0">
                <a:solidFill>
                  <a:srgbClr val="2F6F4F"/>
                </a:solidFill>
                <a:ea typeface="IBM Plex Sans" pitchFamily="34" charset="-122"/>
                <a:cs typeface="IBM Plex Sans" pitchFamily="34" charset="-120"/>
              </a:rPr>
              <a:t>integral, structural</a:t>
            </a:r>
            <a:r>
              <a:rPr lang="en-US" sz="1120" dirty="0">
                <a:solidFill>
                  <a:srgbClr val="6B7280"/>
                </a:solidFill>
                <a:ea typeface="IBM Plex Sans" pitchFamily="34" charset="-122"/>
                <a:cs typeface="IBM Plex Sans" pitchFamily="34" charset="-120"/>
              </a:rPr>
              <a:t> part of the </a:t>
            </a:r>
            <a:r>
              <a:rPr lang="en-US" sz="1120">
                <a:solidFill>
                  <a:srgbClr val="6B7280"/>
                </a:solidFill>
                <a:ea typeface="IBM Plex Sans" pitchFamily="34" charset="-122"/>
                <a:cs typeface="IBM Plex Sans" pitchFamily="34" charset="-120"/>
              </a:rPr>
              <a:t>transportation logic. </a:t>
            </a:r>
            <a:r>
              <a:rPr lang="en-US" sz="1120" dirty="0">
                <a:solidFill>
                  <a:srgbClr val="6B7280"/>
                </a:solidFill>
                <a:ea typeface="IBM Plex Sans" pitchFamily="34" charset="-122"/>
                <a:cs typeface="IBM Plex Sans" pitchFamily="34" charset="-120"/>
              </a:rPr>
              <a:t>The solver minimises cost while penalising the supplier-network footprint.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548134" y="2146176"/>
            <a:ext cx="39338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spcAft>
                <a:spcPts val="607"/>
              </a:spcAft>
              <a:buNone/>
            </a:pPr>
            <a:r>
              <a:rPr lang="en-US" sz="720" kern="0" spc="180" dirty="0">
                <a:solidFill>
                  <a:srgbClr val="2F6F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OBJECTIVE FUNCTION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47688" y="2374032"/>
            <a:ext cx="3933825" cy="623888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66750" y="2399267"/>
            <a:ext cx="3695700" cy="17248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150" b="1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</a:t>
            </a:r>
            <a:r>
              <a:rPr lang="en-US" sz="1150" b="1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 </a:t>
            </a:r>
            <a:r>
              <a:rPr lang="en-US" sz="1150" b="1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Total_MRP_Cost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66750" y="2647205"/>
            <a:ext cx="3695700" cy="16055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7"/>
              </a:lnSpc>
              <a:spcBef>
                <a:spcPts val="324"/>
              </a:spcBef>
            </a:pPr>
            <a:r>
              <a:rPr lang="en-US" sz="940">
                <a:solidFill>
                  <a:srgbClr val="6B7280"/>
                </a:solidFill>
                <a:ea typeface="IBM Plex Sans" pitchFamily="34" charset="-122"/>
                <a:cs typeface="IBM Plex Sans" pitchFamily="34" charset="-120"/>
              </a:rPr>
              <a:t>Holding </a:t>
            </a:r>
            <a:r>
              <a:rPr lang="en-US" sz="1000">
                <a:solidFill>
                  <a:schemeClr val="tx2"/>
                </a:solidFill>
                <a:ea typeface="IBM Plex Sans" pitchFamily="34" charset="-122"/>
                <a:cs typeface="IBM Plex Sans" pitchFamily="34" charset="-120"/>
              </a:rPr>
              <a:t>· </a:t>
            </a:r>
            <a:r>
              <a:rPr lang="en-US" sz="940">
                <a:solidFill>
                  <a:srgbClr val="6B7280"/>
                </a:solidFill>
                <a:ea typeface="IBM Plex Sans" pitchFamily="34" charset="-122"/>
                <a:cs typeface="IBM Plex Sans" pitchFamily="34" charset="-120"/>
              </a:rPr>
              <a:t>Inv + (CostOfBox/PcsPerBox) </a:t>
            </a:r>
            <a:r>
              <a:rPr lang="en-US" sz="1000">
                <a:solidFill>
                  <a:schemeClr val="tx2"/>
                </a:solidFill>
                <a:ea typeface="IBM Plex Sans" pitchFamily="34" charset="-122"/>
                <a:cs typeface="IBM Plex Sans" pitchFamily="34" charset="-120"/>
              </a:rPr>
              <a:t>·</a:t>
            </a:r>
            <a:r>
              <a:rPr lang="en-US" sz="940">
                <a:solidFill>
                  <a:srgbClr val="6B7280"/>
                </a:solidFill>
                <a:ea typeface="IBM Plex Sans" pitchFamily="34" charset="-122"/>
                <a:cs typeface="IBM Plex Sans" pitchFamily="34" charset="-120"/>
              </a:rPr>
              <a:t> ArrivalQty + SetupOrderCost</a:t>
            </a:r>
            <a:r>
              <a:rPr lang="en-US" sz="1000">
                <a:solidFill>
                  <a:schemeClr val="tx2"/>
                </a:solidFill>
                <a:ea typeface="IBM Plex Sans" pitchFamily="34" charset="-122"/>
                <a:cs typeface="IBM Plex Sans" pitchFamily="34" charset="-120"/>
              </a:rPr>
              <a:t> · </a:t>
            </a:r>
            <a:r>
              <a:rPr lang="en-US" sz="940">
                <a:solidFill>
                  <a:srgbClr val="6B7280"/>
                </a:solidFill>
                <a:ea typeface="IBM Plex Sans" pitchFamily="34" charset="-122"/>
                <a:cs typeface="IBM Plex Sans" pitchFamily="34" charset="-120"/>
              </a:rPr>
              <a:t>Y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547688" y="3073375"/>
            <a:ext cx="3933825" cy="164276"/>
          </a:xfrm>
          <a:prstGeom prst="rect">
            <a:avLst/>
          </a:prstGeom>
          <a:solidFill>
            <a:srgbClr val="2F6F4F"/>
          </a:solidFill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BF8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SetupOrderCost = Distance ·</a:t>
            </a:r>
            <a:r>
              <a:rPr lang="en-US" sz="900" dirty="0">
                <a:solidFill>
                  <a:srgbClr val="FBF8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(CostPerKm </a:t>
            </a:r>
            <a:r>
              <a:rPr lang="en-US" sz="900">
                <a:solidFill>
                  <a:srgbClr val="FBF8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CO2EmissionPerKm · CO2Tax</a:t>
            </a:r>
            <a:r>
              <a:rPr lang="en-US" sz="900" dirty="0">
                <a:solidFill>
                  <a:srgbClr val="FBF8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10138" y="2165218"/>
            <a:ext cx="3933825" cy="15318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spcAft>
                <a:spcPts val="607"/>
              </a:spcAft>
              <a:buNone/>
            </a:pPr>
            <a:r>
              <a:rPr lang="en-US" sz="1400" kern="0" spc="180" dirty="0"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MECHANISMS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2488" y="2373548"/>
            <a:ext cx="3933825" cy="385763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006736" y="2749824"/>
            <a:ext cx="3805237" cy="17145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80" b="1" dirty="0">
                <a:ea typeface="Space Grotesk" pitchFamily="34" charset="-122"/>
                <a:cs typeface="Space Grotesk" pitchFamily="34" charset="-120"/>
              </a:rPr>
              <a:t>BOM Explosion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5006735" y="2935855"/>
            <a:ext cx="3805237" cy="143694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GrossReq generated at t with LTPP offset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4662488" y="2819140"/>
            <a:ext cx="3933825" cy="385763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006736" y="3179710"/>
            <a:ext cx="3805237" cy="17145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80" b="1" dirty="0">
                <a:ea typeface="Space Grotesk" pitchFamily="34" charset="-122"/>
                <a:cs typeface="Space Grotesk" pitchFamily="34" charset="-120"/>
              </a:rPr>
              <a:t>Rigid Packaging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4993399" y="3396353"/>
            <a:ext cx="3805237" cy="14452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RO_Comp = NumBoxes · PcsPerBox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4662488" y="3264731"/>
            <a:ext cx="3933825" cy="385763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006734" y="3686302"/>
            <a:ext cx="3805237" cy="17145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80" b="1" dirty="0">
                <a:solidFill>
                  <a:srgbClr val="2F6F4F"/>
                </a:solidFill>
                <a:ea typeface="Space Grotesk" pitchFamily="34" charset="-122"/>
                <a:cs typeface="Space Grotesk" pitchFamily="34" charset="-120"/>
              </a:rPr>
              <a:t>Green Big-M Switch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5012337" y="3935812"/>
            <a:ext cx="3805237" cy="143694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chemeClr val="accent6">
                    <a:lumMod val="75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NumBoxes &gt; 0 → Y[c,s,t] = 1 (truck dispatched)</a:t>
            </a:r>
            <a:endParaRPr lang="en-US" sz="86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62488" y="3710322"/>
            <a:ext cx="3933825" cy="385763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993398" y="4194284"/>
            <a:ext cx="3805237" cy="17145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80" b="1" dirty="0">
                <a:ea typeface="Space Grotesk" pitchFamily="34" charset="-122"/>
                <a:cs typeface="Space Grotesk" pitchFamily="34" charset="-120"/>
              </a:rPr>
              <a:t>Dual-Zone Warehouse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5006736" y="4414473"/>
            <a:ext cx="3805237" cy="143694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188"/>
              </a:lnSpc>
            </a:pPr>
            <a:r>
              <a:rPr lang="en-US" sz="850" dirty="0">
                <a:solidFill>
                  <a:srgbClr val="6B7280"/>
                </a:solidFill>
                <a:ea typeface="IBM Plex Sans" pitchFamily="34" charset="-122"/>
                <a:cs typeface="IBM Plex Sans" pitchFamily="34" charset="-120"/>
              </a:rPr>
              <a:t>Inbound (Inv, </a:t>
            </a:r>
            <a:r>
              <a:rPr lang="en-US" sz="850" dirty="0" err="1">
                <a:solidFill>
                  <a:srgbClr val="6B7280"/>
                </a:solidFill>
                <a:ea typeface="IBM Plex Sans" pitchFamily="34" charset="-122"/>
                <a:cs typeface="IBM Plex Sans" pitchFamily="34" charset="-120"/>
              </a:rPr>
              <a:t>MagInit</a:t>
            </a:r>
            <a:r>
              <a:rPr lang="en-US" sz="850" dirty="0">
                <a:solidFill>
                  <a:srgbClr val="6B7280"/>
                </a:solidFill>
                <a:ea typeface="IBM Plex Sans" pitchFamily="34" charset="-122"/>
                <a:cs typeface="IBM Plex Sans" pitchFamily="34" charset="-120"/>
              </a:rPr>
              <a:t>)</a:t>
            </a:r>
            <a:r>
              <a:rPr lang="en-US" sz="850" dirty="0">
                <a:solidFill>
                  <a:srgbClr val="6B7280"/>
                </a:solidFill>
                <a:latin typeface="IBM Plex Sans"/>
                <a:ea typeface="IBM Plex Sans" pitchFamily="34" charset="-122"/>
                <a:cs typeface="IBM Plex Sans" pitchFamily="34" charset="-120"/>
              </a:rPr>
              <a:t>         </a:t>
            </a:r>
            <a:r>
              <a:rPr lang="en-US" sz="850">
                <a:solidFill>
                  <a:srgbClr val="6B7280"/>
                </a:solidFill>
                <a:latin typeface="IBM Plex Sans"/>
                <a:ea typeface="IBM Plex Sans" pitchFamily="34" charset="-122"/>
                <a:cs typeface="IBM Plex Sans" pitchFamily="34" charset="-120"/>
              </a:rPr>
              <a:t>  </a:t>
            </a:r>
            <a:r>
              <a:rPr lang="en-US" sz="850">
                <a:solidFill>
                  <a:srgbClr val="6B7280"/>
                </a:solidFill>
                <a:ea typeface="IBM Plex Sans" pitchFamily="34" charset="-122"/>
                <a:cs typeface="IBM Plex Sans" pitchFamily="34" charset="-120"/>
              </a:rPr>
              <a:t>Outbound </a:t>
            </a:r>
            <a:r>
              <a:rPr lang="en-US" sz="850" dirty="0">
                <a:solidFill>
                  <a:srgbClr val="6B7280"/>
                </a:solidFill>
                <a:ea typeface="IBM Plex Sans" pitchFamily="34" charset="-122"/>
                <a:cs typeface="IBM Plex Sans" pitchFamily="34" charset="-120"/>
              </a:rPr>
              <a:t>(S, </a:t>
            </a:r>
            <a:r>
              <a:rPr lang="en-US" sz="850" dirty="0" err="1">
                <a:solidFill>
                  <a:srgbClr val="6B7280"/>
                </a:solidFill>
                <a:ea typeface="IBM Plex Sans" pitchFamily="34" charset="-122"/>
                <a:cs typeface="IBM Plex Sans" pitchFamily="34" charset="-120"/>
              </a:rPr>
              <a:t>InitInv</a:t>
            </a:r>
            <a:r>
              <a:rPr lang="en-US" sz="850" dirty="0">
                <a:solidFill>
                  <a:srgbClr val="6B7280"/>
                </a:solidFill>
                <a:ea typeface="IBM Plex Sans" pitchFamily="34" charset="-122"/>
                <a:cs typeface="IBM Plex Sans" pitchFamily="34" charset="-120"/>
              </a:rPr>
              <a:t>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7688" y="4707908"/>
            <a:ext cx="8048625" cy="11900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80" kern="0" spc="171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PMAO DSS · BUONFANTINO · CEVENINI						       11</a:t>
            </a:r>
            <a:endParaRPr lang="en-US" sz="68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88" y="4648349"/>
            <a:ext cx="8048625" cy="238125"/>
          </a:xfrm>
          <a:prstGeom prst="rect">
            <a:avLst/>
          </a:prstGeom>
        </p:spPr>
      </p:pic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B0C76008-1B2D-447D-86C3-CF4D157240E6}"/>
              </a:ext>
            </a:extLst>
          </p:cNvPr>
          <p:cNvSpPr txBox="1"/>
          <p:nvPr/>
        </p:nvSpPr>
        <p:spPr>
          <a:xfrm>
            <a:off x="474134" y="459927"/>
            <a:ext cx="27770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kern="0" spc="216">
                <a:solidFill>
                  <a:srgbClr val="6B7280"/>
                </a:solidFill>
                <a:latin typeface="Gentium Basic" panose="02000503060000020004" pitchFamily="2" charset="0"/>
                <a:ea typeface="IBM Plex Mono"/>
                <a:cs typeface="IBM Plex Mono" pitchFamily="34" charset="-120"/>
              </a:rPr>
              <a:t>SUSTAINABLE MATERIAL SOURCING</a:t>
            </a:r>
            <a:endParaRPr lang="it-IT" sz="800">
              <a:latin typeface="Gentium Basic" panose="02000503060000020004" pitchFamily="2" charset="0"/>
              <a:ea typeface="IBM Plex Mono"/>
            </a:endParaRP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8793187B-4841-4F43-9E2E-31937CD58E4C}"/>
              </a:ext>
            </a:extLst>
          </p:cNvPr>
          <p:cNvSpPr/>
          <p:nvPr/>
        </p:nvSpPr>
        <p:spPr>
          <a:xfrm>
            <a:off x="4911315" y="2308118"/>
            <a:ext cx="728084" cy="2635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350"/>
              </a:lnSpc>
            </a:pPr>
            <a:r>
              <a:rPr lang="en-US" sz="1080" b="1">
                <a:ea typeface="Space Grotesk"/>
              </a:rPr>
              <a:t>Leadtime</a:t>
            </a:r>
            <a:endParaRPr lang="en-US" sz="1080" b="1" dirty="0">
              <a:ea typeface="Space Grotesk"/>
            </a:endParaRP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95DE270B-3C2D-4FA3-BEF7-5C60E5689638}"/>
              </a:ext>
            </a:extLst>
          </p:cNvPr>
          <p:cNvSpPr txBox="1"/>
          <p:nvPr/>
        </p:nvSpPr>
        <p:spPr>
          <a:xfrm>
            <a:off x="4909692" y="2474798"/>
            <a:ext cx="29382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00"/>
              <a:t>Assumption: monthly plan          Lt_Supp=0</a:t>
            </a:r>
          </a:p>
        </p:txBody>
      </p:sp>
      <p:sp>
        <p:nvSpPr>
          <p:cNvPr id="34" name="Freccia a destra 33">
            <a:extLst>
              <a:ext uri="{FF2B5EF4-FFF2-40B4-BE49-F238E27FC236}">
                <a16:creationId xmlns:a16="http://schemas.microsoft.com/office/drawing/2014/main" id="{E99CFD2C-6427-4B28-A709-FDC311954E25}"/>
              </a:ext>
            </a:extLst>
          </p:cNvPr>
          <p:cNvSpPr/>
          <p:nvPr/>
        </p:nvSpPr>
        <p:spPr>
          <a:xfrm>
            <a:off x="6300792" y="2572007"/>
            <a:ext cx="156027" cy="619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Freccia bidirezionale orizzontale 34">
            <a:extLst>
              <a:ext uri="{FF2B5EF4-FFF2-40B4-BE49-F238E27FC236}">
                <a16:creationId xmlns:a16="http://schemas.microsoft.com/office/drawing/2014/main" id="{FA3AFE60-D51C-405F-AD6C-CE9E5D0E5F12}"/>
              </a:ext>
            </a:extLst>
          </p:cNvPr>
          <p:cNvSpPr/>
          <p:nvPr/>
        </p:nvSpPr>
        <p:spPr>
          <a:xfrm>
            <a:off x="6031851" y="4450495"/>
            <a:ext cx="174171" cy="8098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6" name="Image 3" descr="preencoded.png">
            <a:extLst>
              <a:ext uri="{FF2B5EF4-FFF2-40B4-BE49-F238E27FC236}">
                <a16:creationId xmlns:a16="http://schemas.microsoft.com/office/drawing/2014/main" id="{1543EBA7-1B67-4128-AD36-FAE1C02589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29102" y="2770401"/>
            <a:ext cx="3933825" cy="342900"/>
          </a:xfrm>
          <a:prstGeom prst="rect">
            <a:avLst/>
          </a:prstGeom>
        </p:spPr>
      </p:pic>
      <p:pic>
        <p:nvPicPr>
          <p:cNvPr id="37" name="Image 3" descr="preencoded.png">
            <a:extLst>
              <a:ext uri="{FF2B5EF4-FFF2-40B4-BE49-F238E27FC236}">
                <a16:creationId xmlns:a16="http://schemas.microsoft.com/office/drawing/2014/main" id="{E0C26765-5D6F-43C9-9226-0688D6923C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36331" y="3190030"/>
            <a:ext cx="3933825" cy="342900"/>
          </a:xfrm>
          <a:prstGeom prst="rect">
            <a:avLst/>
          </a:prstGeom>
        </p:spPr>
      </p:pic>
      <p:pic>
        <p:nvPicPr>
          <p:cNvPr id="38" name="Image 3" descr="preencoded.png">
            <a:extLst>
              <a:ext uri="{FF2B5EF4-FFF2-40B4-BE49-F238E27FC236}">
                <a16:creationId xmlns:a16="http://schemas.microsoft.com/office/drawing/2014/main" id="{4F16992F-0E57-4990-A095-57C4CB16AE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36331" y="2304305"/>
            <a:ext cx="3933825" cy="342900"/>
          </a:xfrm>
          <a:prstGeom prst="rect">
            <a:avLst/>
          </a:prstGeom>
        </p:spPr>
      </p:pic>
      <p:pic>
        <p:nvPicPr>
          <p:cNvPr id="39" name="Image 3" descr="preencoded.png">
            <a:extLst>
              <a:ext uri="{FF2B5EF4-FFF2-40B4-BE49-F238E27FC236}">
                <a16:creationId xmlns:a16="http://schemas.microsoft.com/office/drawing/2014/main" id="{0C143C24-DD09-497E-AC1B-A4C981CBBA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36331" y="3727209"/>
            <a:ext cx="3933825" cy="342900"/>
          </a:xfrm>
          <a:prstGeom prst="rect">
            <a:avLst/>
          </a:prstGeom>
        </p:spPr>
      </p:pic>
      <p:pic>
        <p:nvPicPr>
          <p:cNvPr id="40" name="Image 3" descr="preencoded.png">
            <a:extLst>
              <a:ext uri="{FF2B5EF4-FFF2-40B4-BE49-F238E27FC236}">
                <a16:creationId xmlns:a16="http://schemas.microsoft.com/office/drawing/2014/main" id="{83DD00C6-46AD-40D5-8117-98515E8069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34066" y="4211007"/>
            <a:ext cx="3933825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15">
            <a:extLst>
              <a:ext uri="{FF2B5EF4-FFF2-40B4-BE49-F238E27FC236}">
                <a16:creationId xmlns:a16="http://schemas.microsoft.com/office/drawing/2014/main" id="{30789AAC-C22F-4864-9BCC-66F0430FBA34}"/>
              </a:ext>
            </a:extLst>
          </p:cNvPr>
          <p:cNvSpPr/>
          <p:nvPr/>
        </p:nvSpPr>
        <p:spPr>
          <a:xfrm>
            <a:off x="4647276" y="1559198"/>
            <a:ext cx="4114800" cy="976312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B816965E-AB77-4F47-9BA5-9DA010120A07}"/>
              </a:ext>
            </a:extLst>
          </p:cNvPr>
          <p:cNvSpPr/>
          <p:nvPr/>
        </p:nvSpPr>
        <p:spPr>
          <a:xfrm>
            <a:off x="4609880" y="1609994"/>
            <a:ext cx="4114800" cy="976312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hape 0"/>
          <p:cNvSpPr/>
          <p:nvPr/>
        </p:nvSpPr>
        <p:spPr>
          <a:xfrm>
            <a:off x="0" y="10021"/>
            <a:ext cx="9144000" cy="5143500"/>
          </a:xfrm>
          <a:prstGeom prst="rect">
            <a:avLst/>
          </a:prstGeom>
          <a:solidFill>
            <a:srgbClr val="F5F1E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051" y="262784"/>
            <a:ext cx="3452813" cy="11900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80" kern="0" spc="205" dirty="0">
                <a:solidFill>
                  <a:srgbClr val="2F6F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GREEN MRP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457684" y="449767"/>
            <a:ext cx="8229600" cy="2571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41"/>
              </a:lnSpc>
              <a:buNone/>
            </a:pPr>
            <a:r>
              <a:rPr lang="en-US" sz="1940" b="1" kern="0" spc="-49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Mass-balance verification and inventory profile</a:t>
            </a:r>
            <a:endParaRPr lang="en-US" sz="1940" dirty="0"/>
          </a:p>
        </p:txBody>
      </p:sp>
      <p:sp>
        <p:nvSpPr>
          <p:cNvPr id="5" name="Shape 3"/>
          <p:cNvSpPr/>
          <p:nvPr/>
        </p:nvSpPr>
        <p:spPr>
          <a:xfrm>
            <a:off x="457684" y="789433"/>
            <a:ext cx="2681288" cy="500063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33884" y="835382"/>
            <a:ext cx="2528888" cy="1095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80" kern="0" spc="115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TOTAL SUPPLY-CHAIN COST</a:t>
            </a:r>
            <a:endParaRPr lang="en-US" sz="580" dirty="0"/>
          </a:p>
        </p:txBody>
      </p:sp>
      <p:sp>
        <p:nvSpPr>
          <p:cNvPr id="7" name="Text 5"/>
          <p:cNvSpPr/>
          <p:nvPr/>
        </p:nvSpPr>
        <p:spPr>
          <a:xfrm>
            <a:off x="533884" y="1039464"/>
            <a:ext cx="2528888" cy="22383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55"/>
              </a:lnSpc>
              <a:spcBef>
                <a:spcPts val="122"/>
              </a:spcBef>
              <a:buNone/>
            </a:pPr>
            <a:r>
              <a:rPr lang="en-US" sz="1400" b="1" dirty="0">
                <a:solidFill>
                  <a:srgbClr val="2F6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€9,752,840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7466" y="788183"/>
            <a:ext cx="2681288" cy="500063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323666" y="834885"/>
            <a:ext cx="2528888" cy="1095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80" kern="0" spc="115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NUMBOXES[BRAKEBOX, S30, 1]</a:t>
            </a:r>
            <a:endParaRPr lang="en-US" sz="580" dirty="0"/>
          </a:p>
        </p:txBody>
      </p:sp>
      <p:sp>
        <p:nvSpPr>
          <p:cNvPr id="10" name="Text 8"/>
          <p:cNvSpPr/>
          <p:nvPr/>
        </p:nvSpPr>
        <p:spPr>
          <a:xfrm>
            <a:off x="3323666" y="988841"/>
            <a:ext cx="2528888" cy="22383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55"/>
              </a:lnSpc>
              <a:spcBef>
                <a:spcPts val="122"/>
              </a:spcBef>
              <a:buNone/>
            </a:pPr>
            <a:r>
              <a:rPr lang="en-US" sz="1400" b="1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122 boxes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94647" y="783163"/>
            <a:ext cx="2681288" cy="500063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069805" y="828836"/>
            <a:ext cx="2528888" cy="1095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80" kern="0" spc="115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CO2PENALTY (S30)</a:t>
            </a:r>
            <a:endParaRPr lang="en-US" sz="580" dirty="0"/>
          </a:p>
        </p:txBody>
      </p:sp>
      <p:sp>
        <p:nvSpPr>
          <p:cNvPr id="13" name="Text 11"/>
          <p:cNvSpPr/>
          <p:nvPr/>
        </p:nvSpPr>
        <p:spPr>
          <a:xfrm>
            <a:off x="6069805" y="953368"/>
            <a:ext cx="2528888" cy="22383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55"/>
              </a:lnSpc>
              <a:spcBef>
                <a:spcPts val="122"/>
              </a:spcBef>
              <a:buNone/>
            </a:pPr>
            <a:r>
              <a:rPr lang="en-US" sz="1400" b="1" dirty="0">
                <a:solidFill>
                  <a:srgbClr val="C241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€896.10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09880" y="2519471"/>
            <a:ext cx="4238171" cy="23654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864"/>
              </a:lnSpc>
              <a:spcAft>
                <a:spcPts val="162"/>
              </a:spcAft>
              <a:buNone/>
            </a:pPr>
            <a:r>
              <a:rPr lang="en-US" sz="800" kern="0" spc="144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COMPONENT ARRIVALS VS. INVENTORY LEVEL — BASELINE (LEFT) AND HIGH STORAGE COST (RIGHT)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57684" y="1408893"/>
            <a:ext cx="4114800" cy="127214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18"/>
              </a:lnSpc>
              <a:spcAft>
                <a:spcPts val="405"/>
              </a:spcAft>
              <a:buNone/>
            </a:pPr>
            <a:r>
              <a:rPr lang="en-US" sz="1200" kern="0" spc="153">
                <a:solidFill>
                  <a:srgbClr val="C241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MASS-BALANCE at t=1 for Brakebox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684" y="1568480"/>
            <a:ext cx="4114800" cy="976312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589844" y="1596665"/>
            <a:ext cx="3938587" cy="34875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8"/>
              </a:lnSpc>
              <a:buNone/>
            </a:pPr>
            <a:r>
              <a:rPr lang="en-US" sz="1050" dirty="0">
                <a:solidFill>
                  <a:srgbClr val="6B7280"/>
                </a:solidFill>
                <a:ea typeface="IBM Plex Mono" pitchFamily="34" charset="-122"/>
                <a:cs typeface="IBM Plex Mono" pitchFamily="34" charset="-120"/>
              </a:rPr>
              <a:t>MagInit (t </a:t>
            </a:r>
            <a:r>
              <a:rPr lang="en-US" sz="1050">
                <a:solidFill>
                  <a:srgbClr val="6B7280"/>
                </a:solidFill>
                <a:ea typeface="IBM Plex Mono" pitchFamily="34" charset="-122"/>
                <a:cs typeface="IBM Plex Mono" pitchFamily="34" charset="-120"/>
              </a:rPr>
              <a:t>= 0)</a:t>
            </a:r>
            <a:r>
              <a:rPr lang="en-US" sz="1050">
                <a:solidFill>
                  <a:srgbClr val="1B3A57"/>
                </a:solidFill>
                <a:ea typeface="IBM Plex Mono" pitchFamily="34" charset="-122"/>
                <a:cs typeface="IBM Plex Mono" pitchFamily="34" charset="-120"/>
              </a:rPr>
              <a:t> 100 + </a:t>
            </a:r>
            <a:r>
              <a:rPr lang="en-US" sz="1050">
                <a:ea typeface="IBM Plex Mono" pitchFamily="34" charset="-122"/>
                <a:cs typeface="IBM Plex Mono" pitchFamily="34" charset="-120"/>
              </a:rPr>
              <a:t>122</a:t>
            </a:r>
            <a:r>
              <a:rPr lang="en-US" sz="1050">
                <a:solidFill>
                  <a:srgbClr val="6B7280"/>
                </a:solidFill>
                <a:ea typeface="IBM Plex Mono" pitchFamily="34" charset="-122"/>
                <a:cs typeface="IBM Plex Mono" pitchFamily="34" charset="-120"/>
              </a:rPr>
              <a:t> </a:t>
            </a:r>
            <a:r>
              <a:rPr lang="en-US" sz="1050" dirty="0">
                <a:solidFill>
                  <a:srgbClr val="6B7280"/>
                </a:solidFill>
                <a:ea typeface="IBM Plex Mono" pitchFamily="34" charset="-122"/>
                <a:cs typeface="IBM Plex Mono" pitchFamily="34" charset="-120"/>
              </a:rPr>
              <a:t>· PcsPerBox</a:t>
            </a:r>
            <a:r>
              <a:rPr lang="en-US" sz="1050">
                <a:solidFill>
                  <a:srgbClr val="6B7280"/>
                </a:solidFill>
                <a:ea typeface="IBM Plex Mono" pitchFamily="34" charset="-122"/>
                <a:cs typeface="IBM Plex Mono" pitchFamily="34" charset="-120"/>
              </a:rPr>
              <a:t>(</a:t>
            </a:r>
            <a:r>
              <a:rPr lang="en-US" sz="1050">
                <a:ea typeface="IBM Plex Mono" pitchFamily="34" charset="-122"/>
                <a:cs typeface="IBM Plex Mono" pitchFamily="34" charset="-120"/>
              </a:rPr>
              <a:t>50</a:t>
            </a:r>
            <a:r>
              <a:rPr lang="en-US" sz="1050">
                <a:solidFill>
                  <a:srgbClr val="6B7280"/>
                </a:solidFill>
                <a:ea typeface="IBM Plex Mono" pitchFamily="34" charset="-122"/>
                <a:cs typeface="IBM Plex Mono" pitchFamily="34" charset="-120"/>
              </a:rPr>
              <a:t>)</a:t>
            </a:r>
            <a:r>
              <a:rPr lang="en-US" sz="1050">
                <a:solidFill>
                  <a:srgbClr val="1B3A57"/>
                </a:solidFill>
                <a:ea typeface="IBM Plex Mono" pitchFamily="34" charset="-122"/>
                <a:cs typeface="IBM Plex Mono" pitchFamily="34" charset="-120"/>
              </a:rPr>
              <a:t>= 6,200</a:t>
            </a:r>
            <a:endParaRPr lang="en-US" sz="1050">
              <a:solidFill>
                <a:srgbClr val="6B7280"/>
              </a:solidFill>
              <a:ea typeface="IBM Plex Mono" pitchFamily="34" charset="-122"/>
              <a:cs typeface="IBM Plex Mono" pitchFamily="34" charset="-120"/>
            </a:endParaRPr>
          </a:p>
          <a:p>
            <a:pPr>
              <a:lnSpc>
                <a:spcPts val="1408"/>
              </a:lnSpc>
            </a:pPr>
            <a:r>
              <a:rPr lang="en-US" sz="1050">
                <a:solidFill>
                  <a:srgbClr val="1B3A57"/>
                </a:solidFill>
                <a:ea typeface="IBM Plex Mono" pitchFamily="34" charset="-122"/>
                <a:cs typeface="IBM Plex Mono" pitchFamily="34" charset="-120"/>
              </a:rPr>
              <a:t>6200  - </a:t>
            </a:r>
            <a:r>
              <a:rPr lang="en-US" sz="1050">
                <a:solidFill>
                  <a:srgbClr val="6B7280"/>
                </a:solidFill>
                <a:ea typeface="IBM Plex Mono" pitchFamily="34" charset="-122"/>
                <a:cs typeface="IBM Plex Mono" pitchFamily="34" charset="-120"/>
              </a:rPr>
              <a:t>GrossReq[BrakeBox,1] (</a:t>
            </a:r>
            <a:r>
              <a:rPr lang="en-US" sz="1050">
                <a:solidFill>
                  <a:srgbClr val="1B3A57"/>
                </a:solidFill>
                <a:ea typeface="IBM Plex Mono" pitchFamily="34" charset="-122"/>
                <a:cs typeface="IBM Plex Mono" pitchFamily="34" charset="-120"/>
              </a:rPr>
              <a:t>822) = 5378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89844" y="2219659"/>
            <a:ext cx="3938587" cy="1809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8"/>
              </a:lnSpc>
              <a:buNone/>
            </a:pPr>
            <a:r>
              <a:rPr lang="en-US" sz="1200" b="1" dirty="0">
                <a:solidFill>
                  <a:srgbClr val="1420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Inv[BrakeBox, 1</a:t>
            </a:r>
            <a:r>
              <a:rPr lang="en-US" sz="1200" b="1">
                <a:solidFill>
                  <a:srgbClr val="1420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]</a:t>
            </a:r>
            <a:r>
              <a:rPr lang="en-US" sz="1200" b="1">
                <a:solidFill>
                  <a:srgbClr val="2F6F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 </a:t>
            </a:r>
            <a:r>
              <a:rPr lang="en-US" sz="1200" b="1"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5378 units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660591" y="1719936"/>
            <a:ext cx="4114800" cy="1326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18"/>
              </a:lnSpc>
              <a:spcBef>
                <a:spcPts val="607"/>
              </a:spcBef>
              <a:spcAft>
                <a:spcPts val="243"/>
              </a:spcAft>
              <a:buNone/>
            </a:pPr>
            <a:r>
              <a:rPr lang="en-US" sz="1400" kern="0" spc="153" dirty="0">
                <a:solidFill>
                  <a:srgbClr val="C241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END-OF-HORIZON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677471" y="1911882"/>
            <a:ext cx="4238171" cy="30777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59"/>
              </a:lnSpc>
              <a:buNone/>
            </a:pPr>
            <a:r>
              <a:rPr lang="en-US" sz="1050" dirty="0">
                <a:solidFill>
                  <a:srgbClr val="14202B"/>
                </a:solidFill>
                <a:ea typeface="IBM Plex Sans" pitchFamily="34" charset="-122"/>
                <a:cs typeface="IBM Plex Sans" pitchFamily="34" charset="-120"/>
              </a:rPr>
              <a:t>Inv[BrakeBox,t]: </a:t>
            </a:r>
            <a:r>
              <a:rPr lang="en-US" sz="1050" dirty="0">
                <a:solidFill>
                  <a:srgbClr val="14202B"/>
                </a:solidFill>
                <a:ea typeface="IBM Plex Mono" pitchFamily="34" charset="-122"/>
                <a:cs typeface="IBM Plex Mono" pitchFamily="34" charset="-120"/>
              </a:rPr>
              <a:t>1486 → 24</a:t>
            </a:r>
            <a:r>
              <a:rPr lang="en-US" sz="1050" dirty="0">
                <a:solidFill>
                  <a:srgbClr val="14202B"/>
                </a:solidFill>
                <a:ea typeface="IBM Plex Sans" pitchFamily="34" charset="-122"/>
                <a:cs typeface="IBM Plex Sans" pitchFamily="34" charset="-120"/>
              </a:rPr>
              <a:t> from t = 10 → 12. The Y[c,s,t] switch correctly drops to 0 when NumBoxes = 0 — no </a:t>
            </a:r>
            <a:r>
              <a:rPr lang="en-US" sz="1050">
                <a:solidFill>
                  <a:srgbClr val="14202B"/>
                </a:solidFill>
                <a:ea typeface="IBM Plex Sans" pitchFamily="34" charset="-122"/>
                <a:cs typeface="IBM Plex Sans" pitchFamily="34" charset="-120"/>
              </a:rPr>
              <a:t>phantom CO2 emissions</a:t>
            </a:r>
            <a:r>
              <a:rPr lang="en-US" sz="1050" dirty="0">
                <a:solidFill>
                  <a:srgbClr val="14202B"/>
                </a:solidFill>
                <a:ea typeface="IBM Plex Sans" pitchFamily="34" charset="-122"/>
                <a:cs typeface="IBM Plex Sans" pitchFamily="34" charset="-120"/>
              </a:rPr>
              <a:t>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57200" y="4818492"/>
            <a:ext cx="8229600" cy="10701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10" kern="0" spc="153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PMAO · BUONFANTINO · CEVENINI						           14</a:t>
            </a:r>
            <a:endParaRPr lang="en-US" sz="61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4781513"/>
            <a:ext cx="8229600" cy="180975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4D79629E-80B1-407E-8D1C-595F2DAA99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034" y="2581771"/>
            <a:ext cx="2394938" cy="2201798"/>
          </a:xfrm>
          <a:prstGeom prst="rect">
            <a:avLst/>
          </a:prstGeom>
        </p:spPr>
      </p:pic>
      <p:pic>
        <p:nvPicPr>
          <p:cNvPr id="30" name="Immagine 29">
            <a:extLst>
              <a:ext uri="{FF2B5EF4-FFF2-40B4-BE49-F238E27FC236}">
                <a16:creationId xmlns:a16="http://schemas.microsoft.com/office/drawing/2014/main" id="{1D6A3802-B3A7-4484-BAD5-52F4745D40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6521" y="2796084"/>
            <a:ext cx="4771530" cy="19086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6195" y="262784"/>
            <a:ext cx="2438400" cy="11900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80" kern="0" spc="205" dirty="0">
                <a:solidFill>
                  <a:srgbClr val="2F6F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GREEN MRP</a:t>
            </a:r>
            <a:r>
              <a:rPr lang="en-US" sz="680" kern="0" spc="205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STRESS TESTS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457200" y="515280"/>
            <a:ext cx="8229600" cy="243656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800" b="1" kern="0" spc="-45" dirty="0">
                <a:solidFill>
                  <a:srgbClr val="1B3A57"/>
                </a:solidFill>
                <a:latin typeface="Bahnschrift" panose="020B0502040204020203" pitchFamily="34" charset="0"/>
                <a:ea typeface="Space Grotesk" pitchFamily="34" charset="-122"/>
                <a:cs typeface="Space Grotesk" pitchFamily="34" charset="-120"/>
              </a:rPr>
              <a:t>Carbon-tax procurement shift and </a:t>
            </a:r>
            <a:r>
              <a:rPr lang="en-US" b="1" kern="0" spc="-45" dirty="0">
                <a:solidFill>
                  <a:srgbClr val="1B3A57"/>
                </a:solidFill>
                <a:latin typeface="Bahnschrift" panose="020B0502040204020203" pitchFamily="34" charset="0"/>
                <a:ea typeface="Space Grotesk" pitchFamily="34" charset="-122"/>
                <a:cs typeface="Space Grotesk" pitchFamily="34" charset="-120"/>
              </a:rPr>
              <a:t>High storage cost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6754" y="875333"/>
            <a:ext cx="4024312" cy="3752850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23429" y="940966"/>
            <a:ext cx="3890962" cy="23923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864"/>
              </a:lnSpc>
              <a:spcAft>
                <a:spcPts val="162"/>
              </a:spcAft>
              <a:buNone/>
            </a:pPr>
            <a:r>
              <a:rPr lang="en-US" sz="1100" kern="0" spc="144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AGGRESSIVE CARBON TAX: TOTAL BOXES ORDERED </a:t>
            </a:r>
            <a:r>
              <a:rPr lang="en-US" sz="1100" kern="0" spc="144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 SUPPLIER IN ONE YEAR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92" y="1200351"/>
            <a:ext cx="3890962" cy="33281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3392" y="4059500"/>
            <a:ext cx="3890962" cy="38818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21"/>
              </a:lnSpc>
              <a:spcBef>
                <a:spcPts val="243"/>
              </a:spcBef>
              <a:buNone/>
            </a:pPr>
            <a:r>
              <a:rPr lang="en-US" sz="1050" dirty="0">
                <a:solidFill>
                  <a:srgbClr val="14202B"/>
                </a:solidFill>
                <a:ea typeface="IBM Plex Sans" pitchFamily="34" charset="-122"/>
                <a:cs typeface="IBM Plex Sans" pitchFamily="34" charset="-120"/>
              </a:rPr>
              <a:t>S27 (710 km) collapses </a:t>
            </a:r>
            <a:r>
              <a:rPr lang="en-US" sz="1050">
                <a:solidFill>
                  <a:srgbClr val="14202B"/>
                </a:solidFill>
                <a:ea typeface="IBM Plex Sans" pitchFamily="34" charset="-122"/>
                <a:cs typeface="IBM Plex Sans" pitchFamily="34" charset="-120"/>
              </a:rPr>
              <a:t>from </a:t>
            </a:r>
            <a:r>
              <a:rPr lang="en-US" sz="1050">
                <a:solidFill>
                  <a:srgbClr val="14202B"/>
                </a:solidFill>
                <a:ea typeface="IBM Plex Mono" pitchFamily="34" charset="-122"/>
                <a:cs typeface="IBM Plex Mono" pitchFamily="34" charset="-120"/>
              </a:rPr>
              <a:t>21,000</a:t>
            </a:r>
            <a:r>
              <a:rPr lang="en-US" sz="1050">
                <a:solidFill>
                  <a:srgbClr val="14202B"/>
                </a:solidFill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050" dirty="0">
                <a:solidFill>
                  <a:srgbClr val="14202B"/>
                </a:solidFill>
                <a:ea typeface="IBM Plex Sans" pitchFamily="34" charset="-122"/>
                <a:cs typeface="IBM Plex Sans" pitchFamily="34" charset="-120"/>
              </a:rPr>
              <a:t>to </a:t>
            </a:r>
            <a:r>
              <a:rPr lang="en-US" sz="1050" dirty="0">
                <a:solidFill>
                  <a:srgbClr val="14202B"/>
                </a:solidFill>
                <a:ea typeface="IBM Plex Mono" pitchFamily="34" charset="-122"/>
                <a:cs typeface="IBM Plex Mono" pitchFamily="34" charset="-120"/>
              </a:rPr>
              <a:t>0</a:t>
            </a:r>
            <a:r>
              <a:rPr lang="en-US" sz="1050" dirty="0">
                <a:solidFill>
                  <a:srgbClr val="14202B"/>
                </a:solidFill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050">
                <a:solidFill>
                  <a:srgbClr val="14202B"/>
                </a:solidFill>
                <a:ea typeface="IBM Plex Sans" pitchFamily="34" charset="-122"/>
                <a:cs typeface="IBM Plex Sans" pitchFamily="34" charset="-120"/>
              </a:rPr>
              <a:t>boxes delivered in one year that are </a:t>
            </a:r>
            <a:r>
              <a:rPr lang="en-US" sz="1050" dirty="0">
                <a:solidFill>
                  <a:srgbClr val="14202B"/>
                </a:solidFill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050">
                <a:solidFill>
                  <a:srgbClr val="14202B"/>
                </a:solidFill>
                <a:ea typeface="IBM Plex Sans" pitchFamily="34" charset="-122"/>
                <a:cs typeface="IBM Plex Sans" pitchFamily="34" charset="-120"/>
              </a:rPr>
              <a:t>fully </a:t>
            </a:r>
            <a:r>
              <a:rPr lang="en-US" sz="1050" dirty="0">
                <a:solidFill>
                  <a:srgbClr val="14202B"/>
                </a:solidFill>
                <a:ea typeface="IBM Plex Sans" pitchFamily="34" charset="-122"/>
                <a:cs typeface="IBM Plex Sans" pitchFamily="34" charset="-120"/>
              </a:rPr>
              <a:t>reallocated to S07 (54 km), which jumps from </a:t>
            </a:r>
            <a:r>
              <a:rPr lang="en-US" sz="1050" dirty="0">
                <a:solidFill>
                  <a:srgbClr val="14202B"/>
                </a:solidFill>
                <a:ea typeface="IBM Plex Mono" pitchFamily="34" charset="-122"/>
                <a:cs typeface="IBM Plex Mono" pitchFamily="34" charset="-120"/>
              </a:rPr>
              <a:t>29k</a:t>
            </a:r>
            <a:r>
              <a:rPr lang="en-US" sz="1050" dirty="0">
                <a:solidFill>
                  <a:srgbClr val="14202B"/>
                </a:solidFill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050">
                <a:solidFill>
                  <a:srgbClr val="14202B"/>
                </a:solidFill>
                <a:ea typeface="IBM Plex Sans" pitchFamily="34" charset="-122"/>
                <a:cs typeface="IBM Plex Sans" pitchFamily="34" charset="-120"/>
              </a:rPr>
              <a:t>to </a:t>
            </a:r>
            <a:r>
              <a:rPr lang="en-US" sz="1050">
                <a:solidFill>
                  <a:srgbClr val="14202B"/>
                </a:solidFill>
                <a:ea typeface="IBM Plex Mono" pitchFamily="34" charset="-122"/>
                <a:cs typeface="IBM Plex Mono" pitchFamily="34" charset="-120"/>
              </a:rPr>
              <a:t>50k ordered boxes</a:t>
            </a:r>
            <a:r>
              <a:rPr lang="en-US" sz="1050">
                <a:solidFill>
                  <a:srgbClr val="14202B"/>
                </a:solidFill>
                <a:ea typeface="IBM Plex Sans" pitchFamily="34" charset="-122"/>
                <a:cs typeface="IBM Plex Sans" pitchFamily="34" charset="-120"/>
              </a:rPr>
              <a:t>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81029" y="875333"/>
            <a:ext cx="4205288" cy="3752850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4547704" y="940966"/>
            <a:ext cx="4071938" cy="23820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864"/>
              </a:lnSpc>
              <a:spcAft>
                <a:spcPts val="162"/>
              </a:spcAft>
              <a:buNone/>
            </a:pPr>
            <a:r>
              <a:rPr lang="en-US" sz="1100" kern="0" spc="144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VOLUMETRIC STORAGE SURGE: TOTAL SUPPLIER DELIVERIES Y[C,S,</a:t>
            </a:r>
            <a:r>
              <a:rPr lang="en-US" sz="1100" kern="0" spc="144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T] IN ONE YEAR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7704" y="1181323"/>
            <a:ext cx="4071938" cy="30908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4862" y="4156256"/>
            <a:ext cx="4071938" cy="41287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21"/>
              </a:lnSpc>
              <a:spcBef>
                <a:spcPts val="243"/>
              </a:spcBef>
              <a:buNone/>
            </a:pPr>
            <a:r>
              <a:rPr lang="en-US" sz="1050" dirty="0">
                <a:solidFill>
                  <a:srgbClr val="14202B"/>
                </a:solidFill>
                <a:ea typeface="IBM Plex Sans" pitchFamily="34" charset="-122"/>
                <a:cs typeface="IBM Plex Sans" pitchFamily="34" charset="-120"/>
              </a:rPr>
              <a:t>Storage shock </a:t>
            </a:r>
            <a:r>
              <a:rPr lang="en-US" sz="1050">
                <a:solidFill>
                  <a:srgbClr val="14202B"/>
                </a:solidFill>
                <a:ea typeface="IBM Plex Sans" pitchFamily="34" charset="-122"/>
                <a:cs typeface="IBM Plex Sans" pitchFamily="34" charset="-120"/>
              </a:rPr>
              <a:t>pushes from Y=</a:t>
            </a:r>
            <a:r>
              <a:rPr lang="en-US" sz="1050">
                <a:solidFill>
                  <a:srgbClr val="14202B"/>
                </a:solidFill>
                <a:ea typeface="IBM Plex Mono" pitchFamily="34" charset="-122"/>
                <a:cs typeface="IBM Plex Mono" pitchFamily="34" charset="-120"/>
              </a:rPr>
              <a:t>176</a:t>
            </a:r>
            <a:r>
              <a:rPr lang="en-US" sz="1050">
                <a:solidFill>
                  <a:srgbClr val="14202B"/>
                </a:solidFill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050" dirty="0">
                <a:solidFill>
                  <a:srgbClr val="14202B"/>
                </a:solidFill>
                <a:ea typeface="IBM Plex Sans" pitchFamily="34" charset="-122"/>
                <a:cs typeface="IBM Plex Sans" pitchFamily="34" charset="-120"/>
              </a:rPr>
              <a:t>(baseline) </a:t>
            </a:r>
            <a:r>
              <a:rPr lang="en-US" sz="1050">
                <a:solidFill>
                  <a:srgbClr val="14202B"/>
                </a:solidFill>
                <a:ea typeface="IBM Plex Sans" pitchFamily="34" charset="-122"/>
                <a:cs typeface="IBM Plex Sans" pitchFamily="34" charset="-120"/>
              </a:rPr>
              <a:t>to Y=</a:t>
            </a:r>
            <a:r>
              <a:rPr lang="en-US" sz="1050">
                <a:solidFill>
                  <a:srgbClr val="14202B"/>
                </a:solidFill>
                <a:ea typeface="IBM Plex Mono" pitchFamily="34" charset="-122"/>
                <a:cs typeface="IBM Plex Mono" pitchFamily="34" charset="-120"/>
              </a:rPr>
              <a:t>213</a:t>
            </a:r>
            <a:r>
              <a:rPr lang="en-US" sz="1050">
                <a:solidFill>
                  <a:srgbClr val="14202B"/>
                </a:solidFill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050" dirty="0">
                <a:solidFill>
                  <a:srgbClr val="14202B"/>
                </a:solidFill>
                <a:ea typeface="IBM Plex Sans" pitchFamily="34" charset="-122"/>
                <a:cs typeface="IBM Plex Sans" pitchFamily="34" charset="-120"/>
              </a:rPr>
              <a:t>dispatches  to keep Inv → 0. </a:t>
            </a:r>
          </a:p>
          <a:p>
            <a:pPr marL="0" indent="0" algn="l">
              <a:lnSpc>
                <a:spcPts val="1021"/>
              </a:lnSpc>
              <a:spcBef>
                <a:spcPts val="243"/>
              </a:spcBef>
              <a:buNone/>
            </a:pPr>
            <a:r>
              <a:rPr lang="en-US" sz="1050" dirty="0">
                <a:solidFill>
                  <a:srgbClr val="14202B"/>
                </a:solidFill>
                <a:ea typeface="IBM Plex Sans" pitchFamily="34" charset="-122"/>
                <a:cs typeface="IBM Plex Sans" pitchFamily="34" charset="-120"/>
              </a:rPr>
              <a:t>Conversely</a:t>
            </a:r>
            <a:r>
              <a:rPr lang="en-US" sz="1050">
                <a:solidFill>
                  <a:srgbClr val="14202B"/>
                </a:solidFill>
                <a:ea typeface="IBM Plex Sans" pitchFamily="34" charset="-122"/>
                <a:cs typeface="IBM Plex Sans" pitchFamily="34" charset="-120"/>
              </a:rPr>
              <a:t>, highCO2 consolidates </a:t>
            </a:r>
            <a:r>
              <a:rPr lang="en-US" sz="1050" dirty="0">
                <a:solidFill>
                  <a:srgbClr val="14202B"/>
                </a:solidFill>
                <a:ea typeface="IBM Plex Sans" pitchFamily="34" charset="-122"/>
                <a:cs typeface="IBM Plex Sans" pitchFamily="34" charset="-120"/>
              </a:rPr>
              <a:t>loads to </a:t>
            </a:r>
            <a:r>
              <a:rPr lang="en-US" sz="1050" dirty="0">
                <a:solidFill>
                  <a:srgbClr val="14202B"/>
                </a:solidFill>
                <a:ea typeface="IBM Plex Mono" pitchFamily="34" charset="-122"/>
                <a:cs typeface="IBM Plex Mono" pitchFamily="34" charset="-120"/>
              </a:rPr>
              <a:t>138</a:t>
            </a:r>
            <a:r>
              <a:rPr lang="en-US" sz="1050" dirty="0">
                <a:solidFill>
                  <a:srgbClr val="14202B"/>
                </a:solidFill>
                <a:ea typeface="IBM Plex Sans" pitchFamily="34" charset="-122"/>
                <a:cs typeface="IBM Plex Sans" pitchFamily="34" charset="-120"/>
              </a:rPr>
              <a:t> dispatches.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57200" y="4818492"/>
            <a:ext cx="8229600" cy="10701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10" kern="0" spc="153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PMAO· BUONFANTINO · CEVENINI						           15</a:t>
            </a:r>
            <a:endParaRPr lang="en-US" sz="61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" y="4781513"/>
            <a:ext cx="82296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4479"/>
            <a:ext cx="9144000" cy="5143500"/>
          </a:xfrm>
          <a:prstGeom prst="rect">
            <a:avLst/>
          </a:prstGeom>
          <a:solidFill>
            <a:srgbClr val="F5F1E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7688" y="408062"/>
            <a:ext cx="2990850" cy="12997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216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OPERATIONAL </a:t>
            </a:r>
            <a:r>
              <a:rPr lang="en-US" sz="720" kern="0" spc="216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SCHEDULING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47688" y="616223"/>
            <a:ext cx="8048625" cy="37369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880" b="1" kern="0" spc="-72" dirty="0">
                <a:solidFill>
                  <a:srgbClr val="1B3A57"/>
                </a:solidFill>
                <a:latin typeface="Bahnschrift" panose="020B0502040204020203" pitchFamily="34" charset="0"/>
                <a:ea typeface="Space Grotesk" pitchFamily="34" charset="-122"/>
                <a:cs typeface="Space Grotesk" pitchFamily="34" charset="-120"/>
              </a:rPr>
              <a:t>From </a:t>
            </a:r>
            <a:r>
              <a:rPr lang="en-US" sz="2880" b="1" kern="0" spc="-72">
                <a:solidFill>
                  <a:srgbClr val="1B3A57"/>
                </a:solidFill>
                <a:latin typeface="Bahnschrift" panose="020B0502040204020203" pitchFamily="34" charset="0"/>
                <a:ea typeface="Space Grotesk" pitchFamily="34" charset="-122"/>
                <a:cs typeface="Space Grotesk" pitchFamily="34" charset="-120"/>
              </a:rPr>
              <a:t>monthly buckets to </a:t>
            </a:r>
            <a:r>
              <a:rPr lang="en-US" sz="2880" b="1" kern="0" spc="-72" dirty="0">
                <a:solidFill>
                  <a:srgbClr val="1B3A57"/>
                </a:solidFill>
                <a:latin typeface="Bahnschrift" panose="020B0502040204020203" pitchFamily="34" charset="0"/>
                <a:ea typeface="Space Grotesk" pitchFamily="34" charset="-122"/>
                <a:cs typeface="Space Grotesk" pitchFamily="34" charset="-120"/>
              </a:rPr>
              <a:t>minute-level sequencing</a:t>
            </a:r>
            <a:endParaRPr lang="en-US" sz="2880" dirty="0">
              <a:latin typeface="Bahnschrift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7615" y="1036902"/>
            <a:ext cx="8048625" cy="39703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12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continuous-time model that answers </a:t>
            </a:r>
            <a:r>
              <a:rPr lang="en-US" sz="1120" b="1" dirty="0">
                <a:solidFill>
                  <a:srgbClr val="1B3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</a:t>
            </a:r>
            <a:r>
              <a:rPr lang="en-US" sz="112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each batch starts, </a:t>
            </a:r>
            <a:r>
              <a:rPr lang="en-US" sz="1120" b="1" dirty="0">
                <a:solidFill>
                  <a:srgbClr val="1B3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</a:t>
            </a:r>
            <a:r>
              <a:rPr lang="en-US" sz="1120" b="1">
                <a:solidFill>
                  <a:srgbClr val="1B3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physical copy of the machine</a:t>
            </a:r>
            <a:r>
              <a:rPr lang="en-US" sz="112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runs it and </a:t>
            </a:r>
            <a:r>
              <a:rPr lang="en-US" sz="1120" b="1" dirty="0">
                <a:solidFill>
                  <a:srgbClr val="1B3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long</a:t>
            </a:r>
            <a:r>
              <a:rPr lang="en-US" sz="112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entire workload takes.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486727" y="2410453"/>
            <a:ext cx="3933825" cy="14645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spcAft>
                <a:spcPts val="607"/>
              </a:spcAft>
              <a:buNone/>
            </a:pPr>
            <a:r>
              <a:rPr lang="en-US" sz="1200" kern="0" spc="180" dirty="0"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DECISION VARIABLES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7688" y="2065883"/>
            <a:ext cx="3933825" cy="342900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15388" y="2625919"/>
            <a:ext cx="3805237" cy="1905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1B3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Makespan</a:t>
            </a:r>
            <a:endParaRPr lang="en-US" sz="1010" dirty="0"/>
          </a:p>
        </p:txBody>
      </p:sp>
      <p:sp>
        <p:nvSpPr>
          <p:cNvPr id="9" name="Text 7"/>
          <p:cNvSpPr/>
          <p:nvPr/>
        </p:nvSpPr>
        <p:spPr>
          <a:xfrm>
            <a:off x="615388" y="2816419"/>
            <a:ext cx="3805237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universal shop-floor clock (min)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547688" y="2470472"/>
            <a:ext cx="3933825" cy="342900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15388" y="3030509"/>
            <a:ext cx="3805237" cy="1905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1B3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StartTime[p,i,m]</a:t>
            </a:r>
            <a:endParaRPr lang="en-US" sz="1010" dirty="0"/>
          </a:p>
        </p:txBody>
      </p:sp>
      <p:sp>
        <p:nvSpPr>
          <p:cNvPr id="12" name="Text 10"/>
          <p:cNvSpPr/>
          <p:nvPr/>
        </p:nvSpPr>
        <p:spPr>
          <a:xfrm>
            <a:off x="615388" y="3221009"/>
            <a:ext cx="3805237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exact start minute of lot i on machine type m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547688" y="2875062"/>
            <a:ext cx="3933825" cy="342900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15388" y="3435098"/>
            <a:ext cx="3805237" cy="1905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1B3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Alloc[p,i,m,k]</a:t>
            </a:r>
            <a:endParaRPr lang="en-US" sz="1010" dirty="0"/>
          </a:p>
        </p:txBody>
      </p:sp>
      <p:sp>
        <p:nvSpPr>
          <p:cNvPr id="15" name="Text 13"/>
          <p:cNvSpPr/>
          <p:nvPr/>
        </p:nvSpPr>
        <p:spPr>
          <a:xfrm>
            <a:off x="615388" y="3625598"/>
            <a:ext cx="3805237" cy="143694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binary — </a:t>
            </a:r>
            <a:r>
              <a:rPr lang="en-US" sz="86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assigns lot i  of product p to </a:t>
            </a:r>
            <a:r>
              <a:rPr lang="en-US" sz="86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physical </a:t>
            </a:r>
            <a:r>
              <a:rPr lang="en-US" sz="86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copy k of machine m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547688" y="3279651"/>
            <a:ext cx="3933825" cy="342900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15388" y="3839687"/>
            <a:ext cx="3805237" cy="17844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FF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Z[p1,i1,p2,i2,m]</a:t>
            </a:r>
            <a:endParaRPr lang="en-US" sz="1010" dirty="0">
              <a:solidFill>
                <a:srgbClr val="FF000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5388" y="4030187"/>
            <a:ext cx="3805237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disjunctive sequence switch (Big-M)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4666855" y="2300900"/>
            <a:ext cx="39338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spcAft>
                <a:spcPts val="607"/>
              </a:spcAft>
              <a:buNone/>
            </a:pPr>
            <a:r>
              <a:rPr lang="en-US" sz="720" kern="0" spc="180" dirty="0">
                <a:solidFill>
                  <a:srgbClr val="C241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WORKFORCE ARCHITECTURE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662489" y="2498572"/>
            <a:ext cx="3933825" cy="909638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781551" y="2616184"/>
            <a:ext cx="3695700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1120" b="1" dirty="0">
                <a:solidFill>
                  <a:srgbClr val="1B3A57"/>
                </a:solidFill>
                <a:ea typeface="Space Grotesk" pitchFamily="34" charset="-122"/>
                <a:cs typeface="Space Grotesk" pitchFamily="34" charset="-120"/>
              </a:rPr>
              <a:t>Asymmetric labour allocation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4789235" y="2894045"/>
            <a:ext cx="1781175" cy="2571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16"/>
              </a:lnSpc>
              <a:buNone/>
            </a:pPr>
            <a:r>
              <a:rPr lang="en-US" sz="2020" b="1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22</a:t>
            </a:r>
            <a:endParaRPr lang="en-US" sz="2020" dirty="0"/>
          </a:p>
        </p:txBody>
      </p:sp>
      <p:sp>
        <p:nvSpPr>
          <p:cNvPr id="23" name="Text 21"/>
          <p:cNvSpPr/>
          <p:nvPr/>
        </p:nvSpPr>
        <p:spPr>
          <a:xfrm>
            <a:off x="4780435" y="3147389"/>
            <a:ext cx="1781175" cy="133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39"/>
              </a:lnSpc>
              <a:spcBef>
                <a:spcPts val="162"/>
              </a:spcBef>
              <a:buNone/>
            </a:pPr>
            <a:r>
              <a:rPr lang="en-US" sz="83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CNC </a:t>
            </a:r>
            <a:r>
              <a:rPr lang="en-US" sz="83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team · </a:t>
            </a:r>
            <a:r>
              <a:rPr lang="en-US" sz="83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operator </a:t>
            </a:r>
            <a:r>
              <a:rPr lang="en-US" sz="83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 machine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6697155" y="2869415"/>
            <a:ext cx="1781175" cy="2571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16"/>
              </a:lnSpc>
              <a:buNone/>
            </a:pPr>
            <a:r>
              <a:rPr lang="en-US" sz="2020" b="1" dirty="0">
                <a:solidFill>
                  <a:srgbClr val="C241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39</a:t>
            </a:r>
            <a:endParaRPr lang="en-US" sz="2020" dirty="0"/>
          </a:p>
        </p:txBody>
      </p:sp>
      <p:sp>
        <p:nvSpPr>
          <p:cNvPr id="25" name="Text 23"/>
          <p:cNvSpPr/>
          <p:nvPr/>
        </p:nvSpPr>
        <p:spPr>
          <a:xfrm>
            <a:off x="6697155" y="3147389"/>
            <a:ext cx="1781175" cy="133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39"/>
              </a:lnSpc>
              <a:spcBef>
                <a:spcPts val="162"/>
              </a:spcBef>
              <a:buNone/>
            </a:pPr>
            <a:r>
              <a:rPr lang="en-US" sz="83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Assembly · </a:t>
            </a:r>
            <a:r>
              <a:rPr lang="en-US" sz="83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operators </a:t>
            </a:r>
            <a:r>
              <a:rPr lang="en-US" sz="83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 bench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4662489" y="3523255"/>
            <a:ext cx="4060598" cy="1093811"/>
          </a:xfrm>
          <a:prstGeom prst="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767264" y="3624905"/>
            <a:ext cx="3724275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50" kern="0" spc="162" dirty="0">
                <a:solidFill>
                  <a:srgbClr val="FCF8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ACCELERATION TRICK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767264" y="3778979"/>
            <a:ext cx="3724275" cy="70737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10"/>
              </a:lnSpc>
              <a:spcBef>
                <a:spcPts val="243"/>
              </a:spcBef>
              <a:buNone/>
            </a:pPr>
            <a:r>
              <a:rPr lang="en-US" sz="940" dirty="0">
                <a:solidFill>
                  <a:srgbClr val="FBF8F2"/>
                </a:solidFill>
                <a:ea typeface="IBM Plex Sans" pitchFamily="34" charset="-122"/>
                <a:cs typeface="IBM Plex Sans" pitchFamily="34" charset="-120"/>
              </a:rPr>
              <a:t>ProcTime</a:t>
            </a:r>
            <a:r>
              <a:rPr lang="en-US" sz="940">
                <a:solidFill>
                  <a:srgbClr val="FBF8F2"/>
                </a:solidFill>
                <a:ea typeface="IBM Plex Sans" pitchFamily="34" charset="-122"/>
                <a:cs typeface="IBM Plex Sans" pitchFamily="34" charset="-120"/>
              </a:rPr>
              <a:t>[AssemblyTable] </a:t>
            </a:r>
            <a:r>
              <a:rPr lang="en-US" sz="940" dirty="0">
                <a:solidFill>
                  <a:srgbClr val="FBF8F2"/>
                </a:solidFill>
                <a:ea typeface="IBM Plex Sans" pitchFamily="34" charset="-122"/>
                <a:cs typeface="IBM Plex Sans" pitchFamily="34" charset="-120"/>
              </a:rPr>
              <a:t>÷ </a:t>
            </a:r>
            <a:r>
              <a:rPr lang="en-US" sz="940" b="1" dirty="0">
                <a:solidFill>
                  <a:srgbClr val="C2410C"/>
                </a:solidFill>
                <a:ea typeface="IBM Plex Sans" pitchFamily="34" charset="-122"/>
                <a:cs typeface="IBM Plex Sans" pitchFamily="34" charset="-120"/>
              </a:rPr>
              <a:t>WorkersPerBench (3)</a:t>
            </a:r>
            <a:r>
              <a:rPr lang="en-US" sz="940" dirty="0">
                <a:solidFill>
                  <a:srgbClr val="FBF8F2"/>
                </a:solidFill>
                <a:ea typeface="IBM Plex Sans" pitchFamily="34" charset="-122"/>
                <a:cs typeface="IBM Plex Sans" pitchFamily="34" charset="-120"/>
              </a:rPr>
              <a:t> simulates simultaneous manual throughput</a:t>
            </a:r>
            <a:r>
              <a:rPr lang="en-US" sz="940">
                <a:solidFill>
                  <a:srgbClr val="FBF8F2"/>
                </a:solidFill>
                <a:ea typeface="IBM Plex Sans" pitchFamily="34" charset="-122"/>
                <a:cs typeface="IBM Plex Sans" pitchFamily="34" charset="-120"/>
              </a:rPr>
              <a:t>. </a:t>
            </a:r>
          </a:p>
          <a:p>
            <a:pPr marL="0" indent="0" algn="l">
              <a:lnSpc>
                <a:spcPts val="1310"/>
              </a:lnSpc>
              <a:spcBef>
                <a:spcPts val="243"/>
              </a:spcBef>
              <a:buNone/>
            </a:pPr>
            <a:r>
              <a:rPr lang="en-US" sz="940">
                <a:solidFill>
                  <a:srgbClr val="FBF8F2"/>
                </a:solidFill>
                <a:ea typeface="IBM Plex Sans" pitchFamily="34" charset="-122"/>
                <a:cs typeface="IBM Plex Sans" pitchFamily="34" charset="-120"/>
              </a:rPr>
              <a:t>ProcTime [AssemblyTable] = ManualAssembly</a:t>
            </a:r>
          </a:p>
          <a:p>
            <a:pPr marL="0" indent="0" algn="l">
              <a:lnSpc>
                <a:spcPts val="1310"/>
              </a:lnSpc>
              <a:spcBef>
                <a:spcPts val="243"/>
              </a:spcBef>
              <a:buNone/>
            </a:pPr>
            <a:r>
              <a:rPr lang="en-US" sz="940">
                <a:solidFill>
                  <a:srgbClr val="FBF8F2"/>
                </a:solidFill>
                <a:ea typeface="IBM Plex Sans" pitchFamily="34" charset="-122"/>
                <a:cs typeface="IBM Plex Sans" pitchFamily="34" charset="-120"/>
              </a:rPr>
              <a:t>SetupTime[AssemblyTable] = 0 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547688" y="4707908"/>
            <a:ext cx="8048625" cy="11900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80" kern="0" spc="171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PMAO · BUONFANTINO · CEVENINI						       14</a:t>
            </a:r>
            <a:endParaRPr lang="en-US" sz="68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88" y="4648349"/>
            <a:ext cx="8048625" cy="238125"/>
          </a:xfrm>
          <a:prstGeom prst="rect">
            <a:avLst/>
          </a:prstGeom>
        </p:spPr>
      </p:pic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5780963B-054B-4EEA-8470-B3C2999719F8}"/>
              </a:ext>
            </a:extLst>
          </p:cNvPr>
          <p:cNvSpPr txBox="1"/>
          <p:nvPr/>
        </p:nvSpPr>
        <p:spPr>
          <a:xfrm>
            <a:off x="486727" y="31736"/>
            <a:ext cx="36043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kern="0" spc="216">
                <a:solidFill>
                  <a:srgbClr val="C2410C"/>
                </a:solidFill>
                <a:latin typeface="Garamond" panose="02020404030301010803" pitchFamily="18" charset="0"/>
                <a:ea typeface="IBM Plex Mono" pitchFamily="34" charset="-122"/>
                <a:cs typeface="IBM Plex Mono" pitchFamily="34" charset="-120"/>
              </a:rPr>
              <a:t>JOB SHOP SCHEDULING</a:t>
            </a:r>
            <a:endParaRPr lang="it-IT" sz="1600">
              <a:latin typeface="Garamond" panose="02020404030301010803" pitchFamily="18" charset="0"/>
            </a:endParaRPr>
          </a:p>
        </p:txBody>
      </p:sp>
      <p:pic>
        <p:nvPicPr>
          <p:cNvPr id="36" name="Image 3" descr="preencoded.png">
            <a:extLst>
              <a:ext uri="{FF2B5EF4-FFF2-40B4-BE49-F238E27FC236}">
                <a16:creationId xmlns:a16="http://schemas.microsoft.com/office/drawing/2014/main" id="{FFDB67C4-715A-4116-84D4-0A099508B4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6726" y="3836123"/>
            <a:ext cx="3933825" cy="342900"/>
          </a:xfrm>
          <a:prstGeom prst="rect">
            <a:avLst/>
          </a:prstGeom>
        </p:spPr>
      </p:pic>
      <p:pic>
        <p:nvPicPr>
          <p:cNvPr id="37" name="Image 3" descr="preencoded.png">
            <a:extLst>
              <a:ext uri="{FF2B5EF4-FFF2-40B4-BE49-F238E27FC236}">
                <a16:creationId xmlns:a16="http://schemas.microsoft.com/office/drawing/2014/main" id="{70055836-FE9E-4A71-AF62-FB1208AB83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6800" y="3022665"/>
            <a:ext cx="3933825" cy="342900"/>
          </a:xfrm>
          <a:prstGeom prst="rect">
            <a:avLst/>
          </a:prstGeom>
        </p:spPr>
      </p:pic>
      <p:pic>
        <p:nvPicPr>
          <p:cNvPr id="38" name="Image 3" descr="preencoded.png">
            <a:extLst>
              <a:ext uri="{FF2B5EF4-FFF2-40B4-BE49-F238E27FC236}">
                <a16:creationId xmlns:a16="http://schemas.microsoft.com/office/drawing/2014/main" id="{CC8672A3-5267-4152-BFC5-8BEB8219B4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943" y="3444230"/>
            <a:ext cx="3933825" cy="342900"/>
          </a:xfrm>
          <a:prstGeom prst="rect">
            <a:avLst/>
          </a:prstGeom>
        </p:spPr>
      </p:pic>
      <p:pic>
        <p:nvPicPr>
          <p:cNvPr id="39" name="Image 3" descr="preencoded.png">
            <a:extLst>
              <a:ext uri="{FF2B5EF4-FFF2-40B4-BE49-F238E27FC236}">
                <a16:creationId xmlns:a16="http://schemas.microsoft.com/office/drawing/2014/main" id="{F42EC16F-4988-4B82-A1D7-F135622A5E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6725" y="2602648"/>
            <a:ext cx="3933825" cy="342900"/>
          </a:xfrm>
          <a:prstGeom prst="rect">
            <a:avLst/>
          </a:prstGeom>
        </p:spPr>
      </p:pic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2EEDF9EC-E5F2-4DE0-800B-0CE5CB898B76}"/>
              </a:ext>
            </a:extLst>
          </p:cNvPr>
          <p:cNvSpPr txBox="1"/>
          <p:nvPr/>
        </p:nvSpPr>
        <p:spPr>
          <a:xfrm>
            <a:off x="903700" y="1545649"/>
            <a:ext cx="1385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>
                <a:solidFill>
                  <a:srgbClr val="00B0F0"/>
                </a:solidFill>
              </a:rPr>
              <a:t>Assumptions</a:t>
            </a:r>
            <a:r>
              <a:rPr lang="it-IT"/>
              <a:t>                     </a:t>
            </a:r>
          </a:p>
        </p:txBody>
      </p:sp>
      <p:cxnSp>
        <p:nvCxnSpPr>
          <p:cNvPr id="43" name="Connettore a gomito 42">
            <a:extLst>
              <a:ext uri="{FF2B5EF4-FFF2-40B4-BE49-F238E27FC236}">
                <a16:creationId xmlns:a16="http://schemas.microsoft.com/office/drawing/2014/main" id="{2D0EB950-AB91-48CF-94D3-7762DCA26D6B}"/>
              </a:ext>
            </a:extLst>
          </p:cNvPr>
          <p:cNvCxnSpPr>
            <a:cxnSpLocks/>
          </p:cNvCxnSpPr>
          <p:nvPr/>
        </p:nvCxnSpPr>
        <p:spPr>
          <a:xfrm flipV="1">
            <a:off x="2206286" y="1469221"/>
            <a:ext cx="1371485" cy="286394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ttore a gomito 43">
            <a:extLst>
              <a:ext uri="{FF2B5EF4-FFF2-40B4-BE49-F238E27FC236}">
                <a16:creationId xmlns:a16="http://schemas.microsoft.com/office/drawing/2014/main" id="{E58E7C00-456B-49F7-B68A-ACA7C364CB40}"/>
              </a:ext>
            </a:extLst>
          </p:cNvPr>
          <p:cNvCxnSpPr>
            <a:cxnSpLocks/>
          </p:cNvCxnSpPr>
          <p:nvPr/>
        </p:nvCxnSpPr>
        <p:spPr>
          <a:xfrm>
            <a:off x="2198915" y="1753568"/>
            <a:ext cx="1378856" cy="294984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AC802D97-6527-409C-B320-C74B0C7373ED}"/>
              </a:ext>
            </a:extLst>
          </p:cNvPr>
          <p:cNvSpPr txBox="1"/>
          <p:nvPr/>
        </p:nvSpPr>
        <p:spPr>
          <a:xfrm>
            <a:off x="3591496" y="1344290"/>
            <a:ext cx="3164114" cy="247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>
                <a:solidFill>
                  <a:srgbClr val="00B0F0"/>
                </a:solidFill>
              </a:rPr>
              <a:t>13 pre-existing Assembly Tables in our company</a:t>
            </a: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DC7537BD-E005-4671-9040-D0544B3E794E}"/>
              </a:ext>
            </a:extLst>
          </p:cNvPr>
          <p:cNvSpPr txBox="1"/>
          <p:nvPr/>
        </p:nvSpPr>
        <p:spPr>
          <a:xfrm>
            <a:off x="3577771" y="1924170"/>
            <a:ext cx="5543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50">
                <a:solidFill>
                  <a:srgbClr val="00B0F0"/>
                </a:solidFill>
              </a:rPr>
              <a:t>Number of  batches (lot) and quantity of products per batch decided on the Access Database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8316" y="262784"/>
            <a:ext cx="2981325" cy="11900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80" kern="0" spc="205" dirty="0">
                <a:solidFill>
                  <a:srgbClr val="C241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JOB SHOP </a:t>
            </a:r>
            <a:r>
              <a:rPr lang="en-US" sz="680" kern="0" spc="205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FULL WORKLOAD · MAKESPAN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457199" y="515280"/>
            <a:ext cx="8476343" cy="243656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800" b="1" kern="0" spc="-45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Makespan = 6,312 min — workload fits inside one </a:t>
            </a:r>
            <a:r>
              <a:rPr lang="en-US" sz="1800" b="1" kern="0" spc="-45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monthly bucket (21 working days) 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6270" y="875407"/>
            <a:ext cx="1990725" cy="566738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22945" y="940891"/>
            <a:ext cx="1857375" cy="1095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80" kern="0" spc="115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MAKESPAN</a:t>
            </a:r>
            <a:endParaRPr lang="en-US" sz="580" dirty="0"/>
          </a:p>
        </p:txBody>
      </p:sp>
      <p:sp>
        <p:nvSpPr>
          <p:cNvPr id="7" name="Text 5"/>
          <p:cNvSpPr/>
          <p:nvPr/>
        </p:nvSpPr>
        <p:spPr>
          <a:xfrm>
            <a:off x="522945" y="1065423"/>
            <a:ext cx="1857375" cy="377924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122"/>
              </a:spcBef>
              <a:buNone/>
            </a:pPr>
            <a:r>
              <a:rPr lang="en-US" sz="1220" b="1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6,312 min (purely experimental) 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2536515" y="875407"/>
            <a:ext cx="1990725" cy="566738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603190" y="940891"/>
            <a:ext cx="1857375" cy="1095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80" kern="0" spc="115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HOURS</a:t>
            </a:r>
            <a:endParaRPr lang="en-US" sz="580" dirty="0"/>
          </a:p>
        </p:txBody>
      </p:sp>
      <p:sp>
        <p:nvSpPr>
          <p:cNvPr id="10" name="Text 8"/>
          <p:cNvSpPr/>
          <p:nvPr/>
        </p:nvSpPr>
        <p:spPr>
          <a:xfrm>
            <a:off x="2603190" y="1065423"/>
            <a:ext cx="1857375" cy="18440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122"/>
              </a:spcBef>
              <a:buNone/>
            </a:pPr>
            <a:r>
              <a:rPr lang="en-US" sz="1220" b="1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105.2 h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4616760" y="875407"/>
            <a:ext cx="1990725" cy="579834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683435" y="940891"/>
            <a:ext cx="1857375" cy="1095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80" kern="0" spc="115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8H SHIFTS</a:t>
            </a:r>
            <a:endParaRPr lang="en-US" sz="580" dirty="0"/>
          </a:p>
        </p:txBody>
      </p:sp>
      <p:sp>
        <p:nvSpPr>
          <p:cNvPr id="13" name="Text 11"/>
          <p:cNvSpPr/>
          <p:nvPr/>
        </p:nvSpPr>
        <p:spPr>
          <a:xfrm>
            <a:off x="4683435" y="1065423"/>
            <a:ext cx="1857375" cy="377924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122"/>
              </a:spcBef>
              <a:buNone/>
            </a:pPr>
            <a:r>
              <a:rPr lang="en-US" sz="1220" b="1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13.15 working days (conservative assumption)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6697005" y="875407"/>
            <a:ext cx="1990725" cy="566738"/>
          </a:xfrm>
          <a:prstGeom prst="rect">
            <a:avLst/>
          </a:prstGeom>
          <a:solidFill>
            <a:srgbClr val="FBF8F2"/>
          </a:solidFill>
          <a:ln w="4763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763680" y="940891"/>
            <a:ext cx="1857375" cy="1095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80" kern="0" spc="115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WORKFORCE</a:t>
            </a:r>
            <a:endParaRPr lang="en-US" sz="580" dirty="0"/>
          </a:p>
        </p:txBody>
      </p:sp>
      <p:sp>
        <p:nvSpPr>
          <p:cNvPr id="16" name="Text 14"/>
          <p:cNvSpPr/>
          <p:nvPr/>
        </p:nvSpPr>
        <p:spPr>
          <a:xfrm>
            <a:off x="6763680" y="1065423"/>
            <a:ext cx="1857375" cy="1952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122"/>
              </a:spcBef>
              <a:buNone/>
            </a:pPr>
            <a:r>
              <a:rPr lang="en-US" sz="1220" b="1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22 + 39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6763680" y="1261318"/>
            <a:ext cx="1857375" cy="1143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1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CNC · Assembly (3/bench)</a:t>
            </a:r>
            <a:endParaRPr lang="en-US" sz="610" dirty="0"/>
          </a:p>
        </p:txBody>
      </p:sp>
      <p:sp>
        <p:nvSpPr>
          <p:cNvPr id="19" name="Text 17"/>
          <p:cNvSpPr/>
          <p:nvPr/>
        </p:nvSpPr>
        <p:spPr>
          <a:xfrm>
            <a:off x="525915" y="1455241"/>
            <a:ext cx="8096250" cy="1095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64"/>
              </a:lnSpc>
              <a:spcAft>
                <a:spcPts val="162"/>
              </a:spcAft>
              <a:buNone/>
            </a:pPr>
            <a:r>
              <a:rPr lang="en-US" sz="580" kern="0" spc="144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FULL GANTT: ALL 6 FAMILIES ON 16 CNC COPIES + 13 ASSEMBLYTABLE COPIES</a:t>
            </a:r>
            <a:endParaRPr lang="en-US" sz="58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4781513"/>
            <a:ext cx="8229600" cy="180975"/>
          </a:xfrm>
          <a:prstGeom prst="rect">
            <a:avLst/>
          </a:prstGeom>
        </p:spPr>
      </p:pic>
      <p:sp>
        <p:nvSpPr>
          <p:cNvPr id="23" name="Text 27">
            <a:extLst>
              <a:ext uri="{FF2B5EF4-FFF2-40B4-BE49-F238E27FC236}">
                <a16:creationId xmlns:a16="http://schemas.microsoft.com/office/drawing/2014/main" id="{2121D95F-844B-AFF9-5EF6-D749E30007F6}"/>
              </a:ext>
            </a:extLst>
          </p:cNvPr>
          <p:cNvSpPr/>
          <p:nvPr/>
        </p:nvSpPr>
        <p:spPr>
          <a:xfrm>
            <a:off x="547688" y="4812496"/>
            <a:ext cx="8048625" cy="11900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80" kern="0" spc="171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PMAO · BUONFANTINO · CEVENINI						       14</a:t>
            </a:r>
            <a:endParaRPr lang="en-US" sz="680" dirty="0"/>
          </a:p>
        </p:txBody>
      </p:sp>
      <p:sp>
        <p:nvSpPr>
          <p:cNvPr id="21" name="AutoShape 2" descr="data:image/jpg;base64,%20/9j/4AAQSkZJRgABAQEAYABgAAD/2wBDAAUDBAQEAwUEBAQFBQUGBwwIBwcHBw8LCwkMEQ8SEhEPERETFhwXExQaFRERGCEYGh0dHx8fExciJCIeJBweHx7/2wBDAQUFBQcGBw4ICA4eFBEUHh4eHh4eHh4eHh4eHh4eHh4eHh4eHh4eHh4eHh4eHh4eHh4eHh4eHh4eHh4eHh4eHh7/wAARCAJbBCE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7L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rjfjB8QtK+G3hL+3NSt57yaadLWxsbf/W3dw+dsa+nQknsAepwDw2ifFv4gWXijRtN8ffCe90LT9al8m1vbW9S78lyMgTKnK+5OMc8HBwAe10Vhap4x8KaVqselan4k0mzv5MbLae7RJGz0wpOal1fxT4b0eZ4dV13TbGSOETulxcohWInAcgn7ueM0AbFFcD8Rvix4U8F+HdL1u4vIr+21W7jtbRradCr7mAL7icbFzkkZpNI+LPhPVvilceALC7jmvILBbv7SJ0MUjMRiJMHLNg7j6D17AHf0Vwvxj+I1p8PNFs5hptzrGralcraaZptuwV7mY9sn7oHc1geAvid4wuvHMPg/wAffDu68NXl7btcWVzBdLd28gXqrMmQrfj+XFAHrNFeYfCT4x6D410T7XqU2naFfSalPYwWU18pkm8sgblBwTnPTFdpr/i3wv4fuIrfXPEOl6ZNN/q47q6SNn+gY80AbdFYuq+LPDOlAHUvEGl2YMInHn3SJmMkAPyfu5IGfeub8M/Fjwn4h+IOteDbC8iNzpUEUrTtOmyfcGLCPBy20LkntmgDvqKraXqFjqljHfabeQXlrKMxzQyB0YexHBrkfjb49Pw38EHxINN/tHF5BbeT53l/61wu7OD0z6UAdvRWLrHirw9odraz67rWnaX9pUGMXVyke4kdBuIzXMfFH4mWvgubwkVtYb618Q6mtl9o+0hEhUqW8zOCGHHt9aAPQaKzPD+v6J4gt3uND1ax1OGNtjyWs6yKrehKng1598Wfilq3hnxppPgfwn4XXX/EOpWr3gSe+S1hihViuS79SSp4HpQB6pRXio+N2pWvwq8U+Ktb8DXuk6x4ZnEF3ps8/wC7lYttDRzBcMvXoD06kEGvSvDHjDQNf8u3sdW0+bUPISaeziuleSHcoOGAOeM+lAHQUVixeLPDEuuHQo/EGlvqqnBs1ukMwP8AuZzTdW8YeFdIlmh1XxHpNjJCyrKtxdohQt90EE8Z7UAblFRwTwz26XEEiSxOoZHRsqw9QR1rwK7+PXi29l1vVvCfwyk1rwzol5Ja3VyNTjS6k8ttrskHLYH0PH44APoGiuf/AOEx8P2/hmw8QatqMGjWd7Ekif2jIsDKWGdrBjww6EVzfxP+KNj4Q07wtqNlDbatZ6/rEOmrPHdBY41dWbzQwBDAbenH1oA9EorK0TxHoOuQTz6NrNhqMVu22Z7a4WQRn0Yg8U3Q/FHhzXbme20XXdN1Ga3OJo7a5SRoz7gHigDXorzb4s/F3w/4J8O317Y3WnazqVlPDFNp0d8qyoJJAmSBkjGfSu1s/EGkXAuVXUbPz7OFZbyITKWtlZdwLj+EY557UAalFef+JviVaab408FaFp9tDqdr4pkmWO9huRsjEa7twwCHz06irPgPx2NY8Oz6t4jt9P0ArqcljEh1OKdJMEBDvU4DNn7nUUAdvRWVofiTw/rklxHo2tadqL2zbZ1trhZDGfRsHiqkHjbwfPdNaw+J9HknWdbcxreRlhKxwExn7xPagDoKKBRQAUUUUAFFFFABRRRQAUUUUAFFFFABRRRQAUUUUAFFFFABRRRQAUUUUAFFFFABRRRQAUUUUAFFFFABRRRQAUUUUAFFFFABRRRQAUUUUAFFFFABRRRQAUUUUAFFFFABRRRQAUUUUAFFFFABRRRQAUUUUAFFFFABRRRQAUUUUAFFFFABRUN9cLaWc104YpEjOwXqQBniuZHxJ8CL8s3izR4ZB96OS7QMp9CM9aAOsork/wDhZXw//wChy0P/AMDU/wAaP+FlfD//AKHLQ/8AwNT/ABoA6yiuT/4WV8P/APoctD/8DU/xo/4WV8P/APoctD/8DU/xoA6yiuT/AOFleAP+hy0P/wADU/xrpNOvbTUbKK9sbmK5tpl3RyxMGVx6gjrQBYooooAKKKKACiiigAooooAKKQNlivcdaWgAooooAKKKKACiiigAooooAKKKKACiig0AFFc1qHj3wXp19NY3/inSLa6hbZLFLdIrI3oQTxVc/Ev4f7gP+Ex0P/wMT/GgDraK5P8A4WV8P/8AoctD/wDA1P8AGj/hZXw//wChy0P/AMDU/wAaAOA/ay8O65qGieFvFWg6dNqs3hXXItSnsYhl5oR94qO5BC8ehPpXmHxB+IGqeNPHuh3Pwr8Q+P5L26vrcX+kGwaCztLdRiQsWUHeTtzglcbuelfR3/Cyvh//ANDlof8A4Gp/jTV+I/w9Unb4w0EZ64vE5/WgD5O+O8x1q/8AiVbPo9vo+qRXSi3s4dBkubzUlUAi4NyciNRz90DgfTPoel+G7HxJ+034ebXdIGoWA+H9uc3MJaIyeY4wcjG7BPBr27/hY/w93bv+Ew0LdjGftiZx+dO/4WV8P/8AoctD/wDA1P8AGgD5HbQlX9mXRptS0WeSDSvHLs6tbM7Q2hnBfC4ztI7Ac16R4Oh8Jad+1zJqMOi/ZtO1rw7ayaFKNPkVDKcEsPl/dnaGB3Y9K9vb4kfD1gQ3jDQiD1BvE/xqfTvHXgjUb+GzsfE+j3N1K2yGKK6RnY+gANAHmn7T2m6rZ634G+IVjpt1qln4Z1MzahbWyb5BC67TIq99ta3g34xnx18RLXRfB3h6+u/D6WzS6lq15by2ogf+FEV1G4+vT2NetjpTUREG1VCj0AxQB8K3Hg+BP2SvEesp4ff/AISFfFEjQ3Atj9pVRKuNpxuA5PSuz/aIuF1T4g+M9IutItdNuBoYjsJ/7Ce/utXYxthI3+7CAxxuAyOTnivrnFJtXcG2jI6HFAHx78K/C9r4m+I/wwg8SaO9/Yw+CpfMS6hYxiRZCoVs8ZHYH0Fdd4G0/wAL+G/2pfHdpqWh/Z3vbGF9J22LlGRYZTcbWA2rleOSM9OtfSuBSbV3bto3YxnvigDlvhTc+GrrwDptx4P0yTTNFZD9ltZIDCYxk5BQ8jnNfPXxw+Il98QvDM/w2fwnqth4tXxJBFFZpBJJG9vHLuE/m7QoBA6defTmvq5mClR/eOB+VJsTfv2jdjGcc0AfLnjiPQPDf7Qmu6p8V9Du9T0K80KCDQp/sMl1CjKoEsQCg7XJzz/iK4fUtC1aw+Dnwxj8TaDqV1p6+L57qPTjA0ksNgQxRGQZOMZOPQgV9uMisMMoI9xmlwKAPnT9n6PT9S/aD8a+JvBWl3Fh4Lm0y3tgTavbRT3gKkskbAHgBgeO/vT/ANptvCkvjnRrP4heEtROgGzZrXxLpnnNcWlxuOYiIgWAwFPfr04NfQ6qqjCqAPahlVlKsoYHqCKAPiuNvE1/+z98VbO1uPEWreEY5IU8Oz6vE32qVd678AjcV6dR6dDmu31rwiuifFb4ap4O0lNMubjwvexSTwQ7QZvJTyzIwHJ3HOTzX06FUAAAADpilxQB8H2un6fcfCHRfBGk+FdVtvjDDrIaWd7GRZo5RMzGdrgjbs2lc89vxrt/EGpeAtK/aN+JUvxC0WbVLZ9Oto4GSwe4G8xDKAKDsZuxOOnUV9b7F3bto3YxnHNcpp/g/wAP+HfF3iLx008sdzqsEZv2nkHkxpCvDAY+XAGSSaAOV/ZP0vXtH+Avh+y8QRTRXgido4Z8h44ixKKc8jj9DXz145m8GtceJb670Pxd4E+JUVzN9mttDWd4L+XJ8qTIXYVY4Jzt4PFfV/8Awsn4f/8AQ5aH/wCBqf40h+I3w8LBj4v0EsOhN4mR+tAHz34jbUrHxv8ADHxV8ZdIur7Rl8OyQXhNo1xHb37ZIaSNQTuK7R06n2OIfHmn6H4g+GvgCDw94K1PR9BuPHkbCzuUYmSErLul29URs9DivopviR8PWUq3jDQiPQ3if40v/Cyfh/j/AJHHQ/8AwNT/ABoA+e/E/hbVLP4j/G3RfBOlyWKXPhi0NpDaRGNJJNg3BMcbiC3T1NZHwU0eHUPHXheTw/rN2mqadotxHcQ2fhQ2MUW6Pb5V1O03zMGHBCtz6ZFfUem+O/BepX0Vjp/ijSLq6mbbFFFdKzOfQAHmuiISNWcKB3OB1oA+DNWg8Px/Ac+FLjwpqP8AwsWz14y6hKdNkMgH2kkytNtwUMZVcZ69u9eh3+rr4R+KHxhtNX0/UxN4k0O2XSRDZSSi6IswhClQQMEnOcYwfSvrIKuSwUAnqcdaCilg20ZHQ0AfJ3gSwvo4/wBnMPZXK/Z4roT5iYeV8p+9xx+NcpDot5dfs5rp1xpt03nfEomSLymDGIyKC2MZxjPNfbuBRgUAfMviPwncad8dPGul+CNLXS/tvgBktvs0fkxNcnzFXkYAbhee3WvKYLjwoPD3we0aw8J3+m+JdN8TWMOr3E2nvDiTz1yGkIAcseQATj2r7p1C0t7+wuLG6QvBcRNFKoJGVYEEZHI4NeHQ/Dv4W+EfFGlf298QtVuDolwL3TtK1jWVeG1kzlXCkBjg8jJPSgD3iiuT/wCFlfD/AP6HLQ//AANT/Gj/AIWV8P8A/octD/8AA1P8aAOsork/+FlfD/8A6HLQ/wDwNT/Gj/hZXw//AOhy0P8A8DU/xoA6yiqul6hZapYxX2nXUN3azDdHNE4ZWHqCKtUAFFFFABRRSIwZAw6EZoAWiiigAooooAKKKKACiiigAooooAKKKKACiiigAopFbcW9jiloAKKKKACiiigAooooAKKKKACiiigAooooAKKKKACiiigAooooAKKKKACiiigAooooAKKKKACiiigAooooA8x0P4g6tKvi+HUrezFxp95OmkCJWAniWeS3QPknLCSP5iMcOvArP0n4h+KdR8MJriJpUSabpFpqGqwtA7GdpgzMkR3jywqqTkh8kgdq6qP4eacup2N+19cl7TUbu+KgACXz5jKY2/2VcqR/uiqUPwxht9Ng0211y6hs2sYLHUI/JQ/a44SSnJ+4TuYEjOQccYzQBYu9e8UWfiywguDpRstQvGgg0+OJ2uRAFJ+0NLv24yOV2cAgZzVrxl4wGgXV+/leZa6VpMupXgA+ZwM7EU9iSDzUWk+C9U0/xfea+vimWZbucs8EtjGSsQ+7Cr9VRRjp1OSeSat6z4cW+8T3Etzbrc6Zqulvp9/GTjjJx+BDMOKAKtpeeM9JVdY8UXuhvpIt5J79Le3eJrBVQvkOzt5oGCD8q+vHSkuPiPo9ratNe6fq1q/+jtFBJbfvJlmlWKNkUHn5mUEdRnpUR+H899ajTfEPinUtY0qO1ltYrZ40iZkkjMZMroAZGCMQDgcnJBPNZXin4faxd6ZFIviC61DVI7nT4re4MUcRt7eG7ild8Yw0mFLEnglQMCgDcHji1m1eztAtxZyeZcJd2k9qWmzHD5gwVbA456NnpxWh4V8X6f4hvrywt7e6trq1jjlkinUA7JN208E/3W4PIx0rFuPhxFeyyXeoa5eS384ufPuYo1iJ86DyfkAzt2ryOvPWrngfwQvhnVLnUP7SFzJcWkNq0cdokEaiMuVIC85O85yT+HSgCl/wkniO28f2eg30ml+VqIuPKhigkElsqIWR2lLbZC2MFAqkZznANdD4U1z+1PDo1C7VYpoXkhuQoOBJGxVse2RWZ/wh9x/bVrqF7rt7qFpp11Je2NlIi7lmZHT5pPvMoDuFXjGRnOBWl4G0qfSdBWK7wLqeeW6nAOQryOXI/DOKAK+u+JNGk0W9jS7JZrdwB5T9dp9q+Xfh7pWl3Xh55rnT7WaVr+8y7xKxOLiQdSK+uPEX/IBv/wDr2k/9BNfKnhrSfG2iadJYDwTfXii6uJVmiuoArK8ruMAuD0YV6eVVqVKs5VHZW/yPFz7D1q+GUaKu7/ozU/sLRf8AoE2P/fhf8KuWfhXRbixu7n+zbFfsyq237Mp3ZOOvaqWfG3/RPtU/8C7f/wCLq7pmpePLBZkj+HN7KkyhXWW4tmBwcjjzK96pj8Ly+7JX/ryPlaWVY/m9+Dt6/wDBJF8I6IdEfUvsOmkrKsfki2UkZzyTjjpWf/YWi/8AQJsf+/C/4VZe+8dtBPbj4d6gkU0gkZVubcAEZwB8/A5qr/xW3/RPtU/8C7f/AOLpU8fhdeaS+7/gBUyrH6ckHtrr1+8JND0Xy2/4lNj0P/LBf8K9i/Zo/wCSC+Df+wZH/WvHH/4TYow/4V9qnII/4+7f/wCLr2z4F2cvh74ReGdE1Zoba/s7FIp4jKpKsM8cGvJzevRrcnsnff8AQ+g4ewuJw6qe3TV7Wv8AM7yioPtln/z9Qf8AfwUfbbP/AJ+4P+/grxT6QnoqD7ZZ/wDP1B/38FH2yz/5+oP+/goAnoqD7ZZ/8/UH/fwUfbLP/n6g/wC/goAnoqD7ZZ/8/UH/AH8FH2yz/wCfqD/v4KAJF/1z/Qf1p9VVvLPzn/0qDoP+Wg96f9ss/wDn6g/7+CgCeioPtln/AM/UH/fwUfbLP/n6g/7+CgCeioPttn/z9wf9/BR9ts/+fuD/AL+CgCeioPtln/z9Qf8AfwUfbLP/AJ+oP+/goAnoqD7ZZ/8AP1B/38FH2yz/AOfqD/v4KAJ6Kg+2Wf8Az9Qf9/BR9ss/+fqD/v4KAJ6DUH2yz/5+oP8Av4KDe2eP+PqD/v4KAPmPT9K0y88beO5bvT7W4k/4SS4G6WJWONqcZIrW/wCEf0L/AKA+n/8AgOn+FUbuy8XaN4z8WPbeDr3U7W/1ma8t7i3uoArRsFA+84PY0/7f4y3Bf+Fd6tk9B9rtv/i6/Ls4yfNK2Oq1KUG4t6a/8E+qweMwsKEYzkr2Nz/hC9C/tiHTzp+mqJArGQ2qAKCuentVfU/Cug2d20A0mxcAAhmtEXIPtzUsus/EaRonf4U6mXjAG/NvlgBjB+fniql7d/EO7m82X4Ya2CFCgLNbgADoB89RXyPHcklTpyvfTXp23CnjqPMuaStb8fuMbxjoWix+E9WdNIsFZbOUgi3UEHYfajwboWiyeEdHeTSbFmayhJJt1JJ2D2qXX7T4hajod9YR/DLXEe4t3iVmngwCykZPz0eH7T4hadoVhp8nwz1t3treOJmWeDBKqBkfP7Vj/YmbfVuXkd+bv0t6mn13Ce0vzK1jZ03wtoV7exWv9k6em843fZUOP0qbSfCHh6+uHgbT9PicA7B9jVt3X6Y6VUsrr4h2d1HcxfDDXN6HI3TW5H/odW49Z+I0c5mh+FGpRsQPum3ABGcMPn681phsix6UXVpy0euu6/8AAiKuOoa8klt+P3FFvD+hAkf2Np/H/Tsv+FZOoaXpln418Ey2mn2tvJ/b0I3RxKpxtbuBWmz/ABAZix+GGvEk5P7+3/8Ai6jtNG8dax4y8LPceA9U0y1sdVjup7i4miKqiqwP3WJ71tk+T5pRx1OpVg1FPXX/AIJOMxmFnQlGMlex9KUUCiv1A+WCiiigAooooAjl+/F/v/0NSVHN9+L/AH/6GpKACiiigAooooAKKKKACuT+M/8AyR7xp/2L9/8A+k711lc78T9PvNW+GvijSdPhM15e6Pd28EYON8jwuqj8SRQB8/8Ag/QtFk8JaO76RYMzWEBYm3Ukny156Vv6V4U0K+v4rX+ytPj35+b7KhxgE9PwrE0G1+IWn6HYafJ8M9cd7a2jhZlngwSqgEj5/atSwvPiJZXcd1D8L9b8xM43TW5HTHTfX5L/AGHmjxHNKnLlv36X9T6547C+ztGSvb+uhb0fwj4dv5GjbT7CJ/4QLNW7Ekk8YA9aonw/oQOP7H08/wDbun+FaEWt/EWJZlj+EuoKsyhXUG3wQP8AgdZhbx+ST/wq/Xf+/wDB/wDF06+RZkqcVThJvW7v93UVPH4fmblJW6f1YoXel6bZeN/Aktnp9rbyHxLbqWiiVTjy5eMgV9OT/wCpb6V846fo/jnWPGnhN7rwJqml2un61FeXFxcSxFVRUcHhWJ/iFfRs/wDqWr7rhrDYjDYFU8QrSu9zwszq06lfmpvSxJRRRXvnnhRRRQAV83eMdO0+++O3iw3llb3JW1stvmxhsfI3TNfSNfPnxA0bxnZ/FzXtY0zwbqGsWF/b2yxTW0sagFFIYHcwPevG4gw9bEYCdOgrydrW9UduX1IU8RGVR6FU+H9C/wCgNp//AIDp/hVu78J6FAbX/iV6cfPjD5NsgC5OOaoZ8f8A/RMNe/7/AMH/AMXV6bU/iJNZpayfCnVWCIEWTfb7wAc9d9fnlLIs05Zc8JX6a/8ABPop4/C3XLJef9WDVfCeg2N35A0zTphsVt4tVAORn0qlNoGh+S//ABJ9P+6f+XdP8Klu7r4h3Uokl+GOuFgoUYmg6AYH8dQSf8J+0bL/AMKw10ZBH+vg/wDi6mrkeauq3TpyUb6a/wDBHDHYXkSlJX9D0r9mlVX4L6CqgABJAAO37xq9IrhvgRo+p6D8LNF0vWLNrO+iR/NhYglCXY4JHHeu5r9cgmoq58hLdhRRRVCCmW/+oj/3RT6Zb/6iP/dFAD6KKKACiiigAooooAKKKKACiiigArKuPEWj293Nay3gE0DBZFCMdpKhsHA9CD+NatY/h7/kIa9/2ER/6Tw0AH/CT6J/z+H/AL9P/hR/wk+if8/h/wC/T/4VsV4x8W/jTfeCPGsnh+28NW2oIltHN50l80Ry+7jaI26bfWtqGHqYifJTV2Y4jEU8PD2lV2R6ZH4m0UF83h5b/nk/+FP/AOEn0T/n8P8A36f/AArivgn8T7r4hT6lFdaHDphs1RgY7szb92fVFx0969NqatKdGbhNWaHRrQrQVSm7pmP/AMJPon/P4f8Av0/+FH/CT6J/z+H/AL9P/hWV428XXeg6/omhaboMur32rpcvEi3CQhFhCFiS/H8Y/Ko9F+IWiXGgyaprTpoJhvpLCaO8mTAnQElFZSQ3CkjHoazNTZ/4SfRP+fw/9+n/AMKP+En0T/n8P/fp/wDCorPxh4YvNVTS7XXLGa9kzshWUFmIGSB6nHOOtVvDfjXRdX0e1v5LmKxeeCS48iaVQ6RIxVnPouR16UAXv+En0T/n8P8A36f/AAqzpesadqU0sNlciWSFVaRdpBUNkA8jvtP5VHoGv6Nr0Mk2j6lbXqRMFkMT5KEjIyOoyOnrUVt/yOuof9g61/8ARlxQBsUUUUAFFFFABRRRQAUUUUAFFFFABRRRQAUUUUAFFFFABRRRQAUUUUAFFFFABRRRQB59ovxFku4/FgvNNS3m0W6mjtEWXP2uNZZIUbpwTJEykc449ao6b8TtSv8Aw/FrUOh2wt7bTLXUNUVrkhohNk7I/l+YqqknOO1X4/h2y6vZXx1EARaneXdxGE4nimuDOsZ/3X28+x9apWnw11Cy0VNHtdWthaXem21hqZaElnWHcN0fPBZWKnPsaAOoXxPM3juLw2NKmSB7VpxeSEBXICnag7j5uTxzxSeKfF1roN1dCePdb2Gmy6jeuOqRr90KO5JB/KrtxorSeKdP1lZgqWlrLb+Xjlt5U5z/AMBrG8R+G11TxJfw3kDzaXrejvp9yydYyCcc9shzg+ooAl0/W/FMMkF14g0XT7LTJYnllkiuyz2QVd373coGMAglScH86U/ELwwtjLeTXc0EcfknEtu6s6yuEjZVIywLMBxWfe+EPE2uaU+h+I/EkUmmNZzWkps4WiluxJE0W6XJIGAxbA4LYPbFYvjHwd4qurK2vpL20utUt7nTbe2+z25CIkd7DI8zqTzgLuKg4wDQB1qeNtLmvLSOKZI0d51uEnV0liMcfmH5cenPOOOmav8Ah7xNpeuXE9vYtOs0CJK8c0LRtsfO1wGHIO0/lXKXXw/1S9v5NWm1qO11Of7SWltYyBEZLbyUKZOcr97J6mrnw98E3HhrW73U55rNjd2cFu6QiQktGznezuxZid/fpigDTtPE11deOb3w2ukywJb2P2mO5mbAmbftwoH8PvV/w3rkOq6CupyhbbaXS4Vm4jdGKuM+gINMl0ho/F7eI/N3Iumm08kL8xPmb8j+VQeANNuNP8PFb2PZPdXM13JGf4DLIX2/hmgBNe8RaDJol8ketaczNbyAAXKEk7Tx1r4u8MeE7HxBBrF9cQpJNbTXU8jyO2WVZ2UAYP0/KvuHxDDCNBv8RJ/x7Sfwj+6a+OfBk/iHw0+qW9x4C8R6hHcy3MbhdOmMbo8xcEMo9MdK8zNYVJ0oqnffpfs+3me3kVSlTrydW22l7d130va5Bp3w70W90K81SKO1BtQWkhLSbtvAznoM54GecGs/4WeCtG1vR9furiyikNhqFzjzHfPlrIFVRz2zXVQ67rFraXcFj8MvEdubhXjDjS7hiiMBlefvdOCemTWf8Kr7XfDFlrVvqHw/8U3Cahe3D+WdKnAMbuGU5UZB4rw40cVyNPm/HzOniSrQq0V7Hl+Lpa9rdbeZqWXwz8M3Wkz30dnZBoVLtCXfdtBAznOB1rxTw3pdjcaPHLNCXcvICTI2cCRgO/oK+gn8WXf9jT6XD8NfFMMcsnmb10y53A9gf7wHofWvGNA8P+LrTS47ebwR4qDh5CcaVKeC7EdvQivruC1GliJ/W9uVfFe179Ln5tnFPFPDpUL3utr9mQQ6HpskqRi2ALMF++3f8a34/hzDJ45k8Jr9lFzHdG3aZ5mWPIbbkZOTz26moIdL8VRypIPBHislWDf8gmXt+FdRrGreIr7xPb+IoPhX4is7+O9W8lZLC5YTOGDYIbgDI7V99WxGBvaHJs/5d+h4NHD5ja8+fdfzbdTg9Q8O6fZ39xZvbqzwStGxDtglSR6+1ZHiTS7G30G9mhhMciREqwdsg/nXYahYeK7y/uLx/A/ipWnlaQgaTLgFiT6e9ZWveH/F15o13aw+CPFRkljKqDpUoGfyp1a2XexesL28t7Dw9HM1iI3U+W677XMiHSbBokYwHJUZ/eN/jTv7I0//AJ4H/v43+NbEWg+LFiRT4I8VZCgH/iVS/wCFP/sPxZ/0JHir/wAFUv8AhXkqphLbx/A/aFUwtt1+Bif2Rp//ADwP/fxv8aP7I0//AJ4H/v43+Nbf9h+LP+hI8Vf+CqX/AAo/sPxZ/wBCR4q/8FUv+FP2mD7x/AftMJ3j+Bif2Rp//PA/9/G/xo/sjT/+eB/7+N/jW3/Yfiz/AKEjxV/4Kpf8KP7D8Wf9CR4q/wDBVL/hR7TB94/gHtMJ3j+Bif2Rp/8AzwP/AH23+NH9kaf/AM8D/wB/G/xra/sPxXnH/CEeKs/9gqX/AApf7D8Wf9CR4q/8FUv+FHtMJ3j+Ae0wneP4GJ/ZGn/88D/38b/Gj+yNP/54H/v43+Nbf9h+LP8AoSPFX/gql/wo/sPxZ/0JHir/AMFUv+FHtMJ/d/APaYT+7+BXvvCFtaaLp2qOiNHfmQRqJHyuw4Oeam8T+B4dAFh9q8iU3lsLhfJnZgoJIwTnBPHaukS48QyeF7fRL74V+IrtrUS/Z7k2NyjRl+c7V4ODzzWdrEPjHUrTTbeTwH4nRbC2+zoV0qbLDcWyePeso1cPfXl69vkZKrQvrb8Dk/7I0/8A54H/AL+N/jR/ZGn/APPA/wDfxv8AGtv+w/Fn/QkeKv8AwVS/4Uf2H4s/6EjxV/4Kpf8ACtfaYT+7+Br7TCd4/gYn9kaf/wA8D/38b/Gj+yNP/wCeB/7+N/jW3/Yfiz/oSPFX/gql/wAKP7D8Wf8AQkeKv/BVL/hR7TCf3fwD2mE7x/AxP7I0/wD54H/v43+NH9kaf/zwP/fxv8a2/wCw/Fn/AEJHir/wVS/4Uf2H4s/6EjxV/wCCqX/Cj2mE/u/gHtMJ3j+Bif2Rp/8AzwP/AH8b/Gj+yNP/AOeB/wC/jf41t/2H4s/6EjxV/wCCqX/Cj+w/Fn/QkeKv/BVL/hR7TCf3fwD2mE7x/AxP7I0//ngf+/jf41W1GxtbSCO4t0aOVbiHawkbIzKo9a6T+w/Fn/QkeKv/AAVS/wCFV77w14wvI4raLwT4nDvPCQX0uUAASKSScegrOtUwvs5crV7eRlWnhvZys1e3kfokOlFFFfNHzoUUUUAFFFFABRRRQAUUUUAFFFFABRRRQBHN9+L/AH/6GpKjm+/F/v8A9DUlABRRRQAUUUUAFFFFABRRRQAUUUUAFFFFABTJ/wDUtT6ZP/qWoAfRRRQAUUUUAFFFFABRRRQAUUUUAFFFFABRRRQAUy3/ANRH/uin0y3/ANRH/uigB9FFFABRRRQAUUUUAFFFFABRRRQAVj+Hv+Qhr3/YRH/pPDWxWP4e/wCQhr3/AGER/wCk8NAGxXz/APHH4U+LfFvxBl1vR4rR7R7SGIeZOEbcu7PH4ivoCvMviF8W7bwj4pl0J9Bu7144I5jLHMir8+cDB57VpTx7wEvbKVrdWTPLf7SX1flcr9F5GZ+zz8PfEXgm51eXXUtkF0kaxCKUP90nOfzr2CuE+GHxEg8c3F9BFpNxYNaKjHzZFbcGJ6Y+ld3UzxbxknXbvzdQjgvqK+r8tuXozzD4yeELzxF4q8Kamvha18S6fpiXq3VnNOkfzSrEEYb+DjY1ZPhz4dazbr4fSbS7Sy06y8Vvqy6Z9oEq2NsbO4iCqTwx82RWwOBu9q9K8WeKNL8NRWv243EtxeSmG0tLaIyz3DgFiEUdcAEknAA6ms3TviF4fvFRWF7aXR1CLT5LS5tyk0U0oygZewIGQwyKko8/tPBHjeXxZol9fW7eVYa+17KEuYI7RYCJFHlRRoHL4dSS5J+961k2Pwi8W6d4Z1XSLWZJv7esybt5rhfNtJ4pS0aRvjPkuh27edpGf4jXv9xPFb28lxM2yOJC7sewAyTUGl6lZ6npttqNnMJLa6QSQv03qRkdaAOE+FfhXU9J8S6trep2l9bPdWltap9r1FLiRxGZG5EahVALkDqTk5xxXXW3/I66h/2DrX/0ZcVPo+tWGqzX8VnIxexu3s5gwx+8VVYgeow681Bbf8jrqH/YOtf/AEZcUAbFFFFABRRRQAUUUUAFFFFABRRRQAUUUUAFFFFABRRRQAUUUUAFFFFABRRRQAUUUUAcho/j/StRh8SyCC4hPh+5lgnVwMyhGZQ6eoZkdR7qapWnxN0y70u01O302+ktJLGC+u5Bt/0OKYkJv55PykkDoBmsqHwDrKaxHceZarbXWp3kmpKHOZLZrx7mADj7wLEEdt7VR03wF4m03wzJoUUNnKuqaRaWF7L9oI+zPEGV2UbfnBVuOnIoA9BTxXpknjH/AIReETyXggM0jiMiNAAp27jwWwwOB0BGal1rxHp2k3bQ3j7FitJb24lP3YIY+rt/ntUN1pF0/jPS9WTy/s1rZTQPk/NuYrjA/wCAmue8ZeHxrPiPV9Ju5Git9f0F7GKYDPluC2f0cH3xQBsaL4suL++tIrnw3qthbXyF7a4lVWBAXd+8CkmMkf3vp1rQt/FXhm4tJ7uDxDpMtvbyLHNKt5GUjcnCqxzgEkgAHqa5fVrHx94i0K40C9h07SI7iwntrm9hnMpld4WRWjXAKAMwbkk8YrlPHfh/XW0y01C60PTrbyZdI0+Oyil3x3BW/gPzYUbYwOAMHAJoA9Tt/EmkXb2Laff2d7b3hkCTw3UbJ8i7jjn5vfGcd6n0XXtE1tZW0fV7DURC22U2twkuw+h2k4rzu+8GeJr7WJ9cS2022nna8cWsr+bGjPaeTHu+XD5bBYY6etanw28N+IdK8R3+qax/q7jTrW2QNcJIytE0hIAREULhxgY7UAbUfjCM6/DpM2j6hbfa3mjspplCid4lLMAOoBAJBIwcfStjQtUttX0qHULbIjkByrdUYHBU+4IIrjrjQ9cufHGm69eWVjYtpssxn1GG4Ytc2hRwITHjgbijEk8FBjrWr8OrEnwnJ9stwYr+6ubkRSLkeXLIzKCD2wR+dAG14hkT+wb/AOdf+PaTv/smvi3QZPGWtx6ldx+OfGkYt57lnjg1+4jjjjSZlG1Q+AAMcCvrzXfCvhmPRb2SPw7o6Otu5VlsowQQp5HFfHHgbxx4W8OPrVhrl5tNxJdwSRo2103TlgeRjpXmZq6qpL2bad+noz28iVF15e2Sat19V38rm9aaR43utKk1KHx745a3TcTnxPcBiFxuIXfkgZGaofDyPxd4g03WLqb4geO3+wX9xGSviS6XbGjhV/j561Zg+JXw5s9Bv7GxvpY7q6JX7Q0ik+XxhOnAzycdayfg58QfBuh6b4gttY1RFS/vrnaEbDbGkDKwyOhxXiRli+RrmlfTvv8AcdHEaw/sU6EUve6Wva3WzfU7GLw/4pk0yXUl8dfEH7JE4RpT4kusbj2Hz815VoPiTxteaWlxN8RfHBcvIDjxBdDo7Afx+gr0ofFLwLDpuoafb67EYbhkMXmOcoFOTnjvXifhvXtHt9Hjim1CJJA8hKnPQyMR+hr6zgv95iKixruuX7W179L+R+b5vUxccOnRcr3W1/M7KPWPGTuqL8RPHJLHA/4qG66/991rJb/ERteudFb4g+NIru1LifzfE9wiJt4OWMmOtcXB4o0GOdJDqUJCsGxk9jXZ6v8AEf4d33i+bxFHNqMU0873BxMmYpCQVK/Lg4PY199Wp4CLtCMNn236dTwqNXMpK85TWq77fcUdTvfHWm6hPYXnxA8dRXEDmORD4iuTtYdR9+s7UvEXjS0sZLmL4h+Ny8YDDd4guSOvcb6j8VeN/DuseIr7VIbqC3S6mMgj3E4z68dT1/GsHV9e0e406aCC/iklcBVUZyTkUVKOX/V27R5reW9h0q2Z/WIq8+W677XP0j0tmfTLV3YszQoSScknaOas1V0j/kE2f/XBP/QRVqvgz9BCiiigAooooAjX/XP9B/WpKYv+uf6D+tPoA+SPB1jrOv6O+q33j3x2s8t7dqVh8RXMaKFuJFUKobAACjitj/hF77/of/iF/wCFPdf/ABVcp4E8e+D9G0F9N1TxBZ2l5Df3nmRSEhlzcyEZ49CK3v8AhaPw/wD+hq0//vo/4V+U5jic6WLqqm58vM7WTta+lj6zD0sE6MeZRvZdi7/wi99/0P8A8Qv/AAp7r/4qj/hF77/of/iF/wCFPdf/ABVUv+Fo/D//AKGrT/8Avo/4Uf8AC0fh/wD9DVp//fR/wrj+tZ93qfczb2WA7R/Au/8ACL33/Q//ABC/8Ke6/wDiqmi8H6nJbzTp49+IJjh27z/wk91xk4H8VZn/AAtH4f8A/Q1af/30f8Kv6Z8XPhtDaXdrdeJrR0uAnMbkEbTnuK2w9fOpztOVRKz6S3tp07kVKeCUbxUfwLB8FaoLFbxvH/j5Ymztz4quQzYODgb8nmqv/CL33/Q//EL/AMKe6/8Aiqst8Zfh0NJksU8U27IV2okkmUX5s7gMde341k/8LR+H/wD0NWn/APfR/wAK0xNfOIcvspVHpro9/uJpU8JK/MorXTbYu/8ACL33/Q//ABC/8Ke6/wDiqP8AhF77/of/AIhf+FPdf/FVS/4Wj8P/APoatP8A++j/AIUf8LR+H/8A0NWn/wDfR/wrl+tZ93qfczX2WA7R/Au/8Ivff9D/APEL/wAKe6/+KpR4Xvv+h/8AiF/4U91/8VVH/haPw/8A+hq0/wD76P8AhR/wtH4f/wDQ1af/AN9H/ChYrPu9T7mHssD2j+B7L+zRe3+o/BXQ7rU9QvNRui92j3N5O000gW6mVdzsSTgKByegqr+07eahY/C2aTTNTv8ATbiS/softFlcNBMqvcxKwV1IIyCRR+ypIkvwH8PyxtuR5LxlPqDeTEGq37WM0Vt8I5rmdxHDDqVhJI56Kou4iT+Qr9cm5eydt7HyKtz+Vzzv/hF77/of/iF/4U91/wDF0f8ACL33/RQPiF/4U91/8XVH/haPw/8A+hq0/wD76P8AhR/wtH4f/wDQ1af/AN9H/CvyP61n3ep9zPrvZYHtH8C9/wAIvff9FA+IX/hT3X/xdH/CL33/AEUD4hf+FPdf/F1R/wCFo/D/AP6GrT/++j/hR/wtH4f/APQ1af8A99H/AAo+tZ93qfdIPZYHtH8C9/wi99/0UD4hf+FPdf8AxdSzeD9Shihlk8ffEIJMpZD/AMJRdcgHH9/1FZn/AAtH4f8A/Q1af/30f8K1D8X/AIZPZWccviO0aa1Uqvz/ACN8xbnjPeuihXzqalzyqLTTSXdeXa5nUhg425Yxf3C3fgzVrRYTceO/iGnnRiRM+J7rlScZ+/7VB/wi99/0UD4hf+FPdf8AxdS678Zfh5qYtm/4SLToniQqxEjHOWJ9OnNZn/C0fh//ANDVp/8A30f8KMViM5hVaoyqOOmtpdvQKVPBuKc1FP5F7/hF77/ooHxC/wDCnuv/AIuj/hF77/ooHxC/8Ke6/wDi6o/8LR+H/wD0NWn/APfR/wAKP+Fo/D//AKGrT/8Avo/4Vz/Ws+71PukaeywPaP4F7/hF77/ooHxC/wDCnuv/AIusvX7HWNAk0bULPx545lk/tuwhaO48Q3Msbo9zGrKylsEEEjBqb/haPw//AOhq0/8A76P+FY3inx14R1xtD07SdetLy7k17TSkUZJYgXUZPb0Fd2WYnOpYykqrny8yvdO1r9TDE08GqMnFRvZ9j7FFFAor9UPlCOb78X+//Q1JUcv34v8Af/oakoAKKKKACiiigAooooAK+W7211fXvHvjJ7jxt4ztI7XWpLeCCy164gijQIhAVFbA6npX1JXyVc+M/C/h74ieObLWtatrG4bXpZBHKSCVKJg9PavA4kniYYJvC35rrbf8D0MsjSlXtVta3U1/+EXvv+igfEL/AMKe6/8Ai6P+EXvv+igfEL/wp7r/AOLqj/wtH4f/APQ1af8A99H/AAo/4Wh8P/8AoatP/wC+j/hX559bz7vU+5n0XssD2j+Be/4Re+/6KB8Qv/Cnuv8A4uj/AIRe+/6KB8Qv/Cnuv/i6o/8AC0Ph/wD9DVp//fR/wo/4Wh8P/wDoatP/AO+j/hR9bz7vU+5h7LA9o/gadt4P1K4dki8ffEJiqlz/AMVRddAMn+OnQeCtWuLaaePx18Q2hhGZG/4Se6wP/Hqr6P8AFv4dWd20k3iaydGjeMhXIPzDHpT4fi78OLcXccHie1MU0JjUO5ypJBz09q7KVbN3BSnOp1vv206dzCcMKm1GMenb59Rv/CL33/RQPiF/4U91/wDF0f8ACL33/RQPiF/4U91/8XVH/haPw/8A+hq0/wD76P8AhR/wtD4f/wDQ1af/AN9H/CuP61n3ep9zN/ZYHtH8C9/wi99/0UD4hf8AhT3X/wAXR/wi99/0UD4hf+FPdf8AxdUf+FofD/8A6GrT/wDvo/4Uf8LQ+H//AENWn/8AfR/wo+t593qfcw9lge0fwL3/AAi99/0P/wAQv/Cnuv8A4qvRf2ZbjUJPDviG11DWNU1X7Hrk0EM2o3j3MojCIQu9yTjk15Z/wtD4f/8AQ1af/wB9H/CvSP2U7601Pw34n1CwnS4tZ/EE7xSr0YbI+RX1PCtbMamImsW5WtpzX3v5nl5rDDRpx9la9+h7JRRRX3J4IUUUUAFFFFABRRRQAUy3/wBRH/uin0y3/wBRH/uigB9FFFABRRRQAUUUUAFFFFABRRRQAVj+Hv8AkIa9/wBhEf8ApPDWxWP4e/5CGvf9hEf+k8NAGxXgHxr8EeK9a+Ilxqek6LLd2j2kMayJIg+Zd2RgkHuK9/rj/Efj7T9E1ybSZNL1O6mijSR3t0jKANnA+Zwc8HtXFmEcPKi1iJWj3vY7suxVfDV1UoK8vvOP/Z98K+IfDt/q82t6ZJZLPFGse91bcQWJ+6T617BXNeEfF9l4kurm1t7G+tJbdFdhcqgypJHG1j6V0tXg40Y0Iqi7x6PczxterXryqVVaT3OB+INvqGn+PPDPjG30u61WysIbuzu4bVA8sIn8srMifxYMW045w31rL1671zxVdaXcw+GLyysLXxJYyQvPHsnljQN5krp1VASAM812Xi3xhpPhm6sLTUI9QnudQ8z7NBZWUtzI/lgFztjUnADDmm6F4y0TW4YpNOa9dmvDZSRPZSxyW8wRnKyoygxjavVgByozyK6jlPJYNM1i/s/Cvhi58L6kw0681Q38lxbj7PtktLtIxk8OGMi+3TPUVn+HPC9tb2NqniH4f6jf2cfh+2ttItYrML9ju0kl+07QP9TI7GJhLxkL145+gNZ1Ox0fTZdR1K4S2tYQDJI2cLk47e5q5QB4YfAjbdZ8QHw7INf/AOEqgntLp133EduFgDbJOoT/AFmccNznNetWv/I6X/8A2DbX/wBGXFbNY9t/yOuof9g61/8ARlxQBsUUUUAFFFFABRRRQAUUUUAFFFFABRRRQAUUUUAFFFFABRRRQAUUUUAFFFFABRRRQBzeleNtB1KDX5reeQLoFzLb3weMqVaPO4r/AHl4YAjqQRVKH4j+G5rSwvIWvJLe8tYbvzUtmK28Mp2xvKR9wMQR+BPQVylr4L8Qxaw7JZrHaarql4NU/fJn7N9tkuIHwDzkOwx1G/kDFZ+k+EfFGl+Ep9BOhTTSaxollYySJPDsspYg6vvy+SArBgU3ZIIoA9UHiXR28UDwzHexyap5BuGgTkxpxy393OeAetT6lrOn6feR2t1MI3aGS4ZjwscSD5nYnoPesmbR518e6ZqkFogto7KaO4mXaCZDsC5HUnC4z7Vg+N9Dm1zxDr2itN5B1rw3JaWkx6K+WDD/AMeUkelAG7onjnSdV1C0tUtdUtVvlL2M93ZtFHdADd8hPP3eQGAJHIrpRLCwJEiEA4JB6GvP9TuvHOvaDPolp4bfw/dvYTwy39xcxNFFKYWVDB5blj85U5ZVwB0zxXDeLtAubfRY54fBsmkWPn6Ra3GnmaEG+nF/DnBRyOmV3sQTu5oA9ykvo1ubaFUllFwWAkjTcibRn5m7Z6D3qdJY5M+XIr44O05wa8fPhXxENSOp6R4bFhaBr6S102SaKMQl7Ty0DCNyFDyf3ScZycVqfCHw7q+jeIdTurvRpNNsrmwtURTHbxAzI0m/5IXbsy/MeTjrQB1EPjfRp9VTTkS+Bmmkt7edrVhDcTRqzNGjngthGPbO04zitzSNQtdT02C/s33wTLuU4wR6gj1B4rhNLXxDqXjpNQ8R+FNTtrOxmlGmsLi1NrACrL57hZi7OykgfL8oY8dTWz8NLdn8JymVXWG6vbqaEZKkRPKxXHccGgDe8Rf8gG//AOvaT/0E18peHfFPxP1jT7q+tfHF/bW8FxOnlRWcDLEiTMi8lc9hX0zr2hWKaLesGu8rbyEZu5SPun/ar5e+FWu6Bp/h/WLDV9RW2NzcXKDYULKRdM3IZh2FeZmtWrTop05Wd/0f6mNZtR0ZtTan8XE0eXVV8eaubVAf3v8AZ8GzI99nrXL+GPHfxc1jw7Dq3/Cd6ht8lZJillAVjzwP4fWurn8T+FbbwtqljDq5nlnhaNA7xgDDZUghiRx1XnnvXB/CPX/Dtp4CbTtW1I24u7OJVaHY7KVbPILLXhLGYv2a/eO/y7Py9D3eGaVKvUqe3jzWS0+eu3kdCviz4ttZPfL481M2yOEaX7DBtDHoM7Otafw78QfEvxL4OsdaufiTqUMtwZNyJZW+0bZGQYyvotYj+KtITwve6GmrCaI3aSWu+RAAg3ZJG44JyOmfrVv4IavpUHww0iKbU7OKQGfKvOoI/fyds15uY5nmFLC81Kb5rrov71+nkj6TGZfgo1IpQSWvXde7b82dfu+In/RT9W/8Abf/AOJo3fET/op+q/8AgDb/APxFS/25ov8A0GNP/wDAlP8AGj+3NF/6DGn/APgSn+NfPf27nP8APL7v+Ac/1DB/yr7yLd8RP+in6t/4A2//AMTRu+In/RT9W/8AAG3/APial/tzRf8AoMaf/wCBKf40f25ov/QY0/8A8CU/xo/t3Of55fd/wA+oYP8AlX3iIvxKeKSRPiZrBSPG9hY2+FycD+CpPs/xQ+yfa/8AhZGteRnHmfYLfb/6BV7SvEvhqOxvrW61q1QXAQK0c0bY2tnuwqVfFHheHSbm0j1u3keUADfNGAMNkHO7pjt613081zNwUpVns+26vZWt10+85pYXDKVlBbrvsYvmfEb/AKKhq3/gDb//ABNHmfEb/oqGrf8AgDb/APxNSf25ov8A0GNP/wDAlP8AGj+3NF/6DGn/APgSn+NcH9u5z/PL7v8AgHT9QwX8q+8j8z4jf9FQ1b/wBt//AImjzPiN/wBFQ1b/AMAbf/4mpP7c0X/oMaf/AOBKf40f25ov/QY0/wD8CU/xo/t3Of55fd/wA+oYL+VfeRBviJuLf8LQ1bJ/6crf/wCJryHR/i38Wr7T0uH8e3almdcCzg/hcj+77V7H/bmi/wDQY0//AMCU/wAa+ZfC95arosatdQg+ZLwXH/PRq/S/DavWzLEV45g+ZJK19OvyPieNm8Fh6csHo29ba9D0Nfib8WGYKvj69LE4A+xwdf8AvmtC38ZfG641iXR4fFuqSX8RYSQCwh3Jt+9n5eMVwVvqFlHcRyNdQYVwx/eDsa9AvPE3w6vPHl5r9zq+rSWd5LLLLbCGNNxY5VGIl+Zc9Rx0r9Tr4DA0/hpp6Pu9fvPgKGY4+oveqNarstPuKN78Rfi9ZXctpd+ONQguImKyRyWMKspHYgpWbrXxa+LNjpVzeR+PLtmiQsAbODB/8drO8Ua5Zap4gvdQXUknE8pcSSbY2I/3QSB6dT0rmfFd5av4cvlW5hZjEcAOM1VTLcCqDlyK9u/Ww6GZ494mMOduPMlt0v6HdJ8V/iyyK3/Ce3XIz/x5wf8AxNO/4Wr8WP8Aofbv/wAA4P8A4muJivLPyk/0uD7o/wCWgp32yz/5+4P+/gry1g8Lb4Ufs6wmG7I7T/havxY/6H27/wDAOD/4mj/havxY/wCh9uv/AADg/wDia4v7ZZ/8/cH/AH8FH2yz/wCfuD/v4KPqeF/lQfVMN2R2n/C1fix/0Pt1/wCAcH/xNH/C1fix/wBD7df+AcH/AMTXF/bLP/n7g/7+Cj7ZZ/8AP3B/38FH1PC/yoPqmG7I7T/havxY/wCh9uv/AADg/wDiaP8AhavxY/6H27/8A4P/AImuL+2Wf/P3B/38FH2yz/5+4P8Av4KPqeF/lQfVMN2R2g+K3xa/6H67/wDAOD/4mkPxV+LBIJ8e3eR/06Qf/E1xn2yz/wCfuD/v4KPtln/z9wf9/BR9Twv8qD6phuyO8l+JHxjitILqTxrfrBcFhC5soMPg4OPlqxrPjr44aN5P9q+K9Us/PXdF52nwruHt8lZL694RvvBmmabeatd219p/nFRFDG8bljlfmMgI6elL8QfE3hnUbfTrPQdUupLW1Viy3iortI2N0hYO24sR7YwKwWHocyXJ3/4BisPQckuXuS/8LV+LH/Q+3X/gHB/8TR/wtX4sf9D7df8AgHB/8TXF/bbP/n7g/wC/go+2Wf8Az9wf9/BW/wBTwv8AKjb6phuyO0/4Wr8WP+h9uv8AwDg/+Jo/4Wr8WP8Aofbr/wAA4P8A4muL+2Wf/P3B/wB/BR9ss/8An7g/7+Cj6nhf5UH1TDdkdp/wtX4sf9D7d/8AgHB/8TR/wtX4sf8AQ+3X/gHB/wDE1xf2yz/5+4P+/go+2Wf/AD9wf9/BR9Twv8qD6phuyO0/4Wr8WP8Aofbr/wAA4P8A4mj/AIWr8WP+h9uv/AOD/wCJri/tln/z9wf9/BR9ss/+fuD/AL+Cj6nhf5UH1TDdkdp/wtX4sf8AQ+3X/gHB/wDE1V1T4vfFq0s/OXx3dMfMjXBs4P4nC/3feuV+2Wf/AD9wf9/BWf4gurVtMKrdQsfOh4Eg/wCeq1jicLh40Zyilez/ACIqYXDqDaSPp/zPiLj/AJKhq3/gFb//ABNHmfEb/oqGrf8AgDb/APxNSf25ov8A0GNP/wDAlP8AGj+3NF/6DGn/APgSn+Nfzy89zm/xy+7/AIB3/UMH/KiIt8RCQT8UNW4OR/oNv/8AE0vmfEb/AKKhq3/gDb//ABNSf25ov/QY0/8A8CU/xo/tzRf+gxp//gSn+NH9u5z/ADy+7/gD+oYP+VfeR+Z8Rv8AoqGrf+ANv/8AE1Iy/EpYo5W+JmsBJCQjfYbfDY64+T3o/tzRf+gxp/8A4Ep/jWofEnhabR7S2m1y3jmt2kI2SRsDuII53D0rehnOb1OZSqtO2miXVeXa5nUweEja0EzPu7f4oWoQ3PxI1qIOPl3WFuM/+OVX8z4jf9FQ1b/wBt//AImtjW/FHhmeC3gstbtjHHkkSzICWOMsTuOScfpWX/bmi/8AQY0//wACU/xp4rOc1p1XGnVk16J/oKjgsLKCcopMj8z4jf8ARUNW/wDAG3/+Jo8z4jf9FQ1b/wAAbf8A+JqT+3NF/wCgxp//AIEp/jR/bmi/9BjT/wDwJT/Guf8At3Of55fd/wAA1+oYL+VfeR+Z8Rv+ioat/wCANv8A/E1j+L9d+JHh7Q21dPiNqN0Ybi3UxSWcAVw8yIQSFz0Y1uf25ov/AEGNP/8AAlP8a5X4ratpdx4IuYbfUrOWVrqz2ok6sx/0qLoAa7MvzrNqmLpQqTlyuSvp0uvIxxGCwkaUnGKvZn1ptHpRtHpS0V+rnyQm0elG0elLRQAm0elMnUeU3FSUyf8A1LUAO2j0o2j0paKAE2j0o2j0paKAE2j0pQMdKKKACiiigAooooAKKKKACiiigAplv/qI/wDdFPplv/qI/wDdFAD6KKKACiiigAooooAKKKKACiiigArH8Pf8hDXv+wiP/SeGtisfw9/yENe/7CI/9J4aANivHfiJb36+Pb6ePSdVuIZbaAJJbWEsyEjdkZRSMjIr2KuH8Z/FbwL4Q1xtF1/Vp7a+WJZTGlhcTDa2cHdGhHY964swy2GZUHh53s+2+n3nTha06NRTpq7Mr4R296uu6lcz6dqFpEbaNFa6tJIdzBmJADgZ616bXK+BPiB4T8bvdL4a1GW7a1CmYPaTQ7d3T/WKueh6V1VaYPBRwNCOHhe0e+5GIqyq1HOas2ecfE3Rdc1b4j+CZNHu7vT1t49Q8++htRKsO6OLarZG1d2CBnrg4rI8U+D9S0MaG2m3et6peX3iKW71W7gXEhB027jUkLhVUMIlGeN23uRXp+ua1o+hWf23W9UsdMttwXzrudYkz6bmIGaS11zRby2s7q11axngvpPLtJY7hGWd9rNtQg4Y7VY4HZSe1dJifOUWg6tdeBPFWjr4e1q9tW0y1m859OvLaWWdJSShhl5km25JeLIPA54rfvrG8lutSa30fxOPFD6zE+i3X2S6WGKxymwGQjy40EYYOjkHOcgkivfsVn6hrei6dqFtp9/q1haXl0GNvBNcIkkoX7xVSctjvigDybwx4YvrGXwxrostYXV5PEN0t/LI0xb7IzT7Q6ngRY8vHAHQjrXqNr/yOuof9g61/wDRlxWuu1lDLgg8gisi2/5HXUP+wda/+jLigDYooooAKKKKACiiigAooooAKKKKACiiigAooooAKKKKACiiigAooooAKKKKACiiigDOstc0e8jv5LXUrSZNOmeG9ZJQRbyIMsr/AN0gdQarf8JX4ZxYn+3NO/4mCLJZ/wCkL+/U9CvPINeU6dpOqWur6jaW9jcC28Uavf294wjOIxHfSuJD7PC7LnuAtZug2VzYeBp9JurC6F7qvh3TrbS18hjiRN4KZx8pVmVznHBz2oA9uHiLQjrR0UatZHUhwbXzl8wHGcbeucc1auZrGO8t47hoRcMGMIbG7AHzEfh1rzO21LSdW8ex6QIX0200zUmmA+yyb7+9wQ0m7bhYwSRkn5iPQDNz4gWGp6trPiXS7CQpfXHheSLTTu2/vGLBsHsSdgz2zQB2Ok+KvDerag2n6brVhd3SgkxRTBmwOpGOuPataaGKZQs0SSKGVgHUEBgcg89wQCPpXmWpeILa/wDD8Fl4P8OXL67aadcGzjktGh/syUW7BFYsAM79qbR1znoM1y/iDU7i10sSaPqniH+y2bTE1CaQSeckz3sSOqbhnzChYFV9qAPcZrq2huYLaWaNJrgsIUJwX2jJwO+BzU9eMNf61b6n9o0j+2L3RYmvnswNxklC2eQqlhn/AFnCk961fg7danL4i1SK5uJZbJtPtZYvmmeMSlpBJh5QNzYCZwAPagDu08R+HbjUptITV7CW8jVvMthMpcAD5sr7DrWjZSW81nDLZtG1uyAxGP7pXHGPavMNF1HSNe8fWkHlPptno97O9ha/ZJA9zclHR5nfbtVMO+BnnOT2FdP8MkeXwpNHvdYPt10tsynBEXnNsx+FAHQeIf8AkA3/AP17Sf8AoJrl9O+HPgG6sorm58HaFNNIoZ5HsYyzE9STjmtTXtH26JfN/ampNi3kODOcH5TWton/ACCbb/rmP5UAc7/wrH4d/wDQkeH/APwAj/wr5q8e6klj8SvE2g6N4R8DW9jpV3HBEJ9DWR2DQxyEkgju57V9h18Y/EEgfGvx/kgf8TSL/wBJYa83NsRUw+GdSm7PQ9nIcJSxeMVKsrxsyp/a2pf9C38Pv/CdX/4uj+1dR/6Fv4ff+E6v/wAXUO5f7w/Ojcv94fnXyv8AbeN/m/Bf5H3f+rWW/wAn4v8AzJv7V1H/AKFr4ff+E6v/AMXR/auo/wDQtfD7/wAJ1f8A4uody/3h+dG5f7w/Oj+28b/N+C/yD/VrLf5Pxf8AmTnVNT2hv+EZ+H+D0P8Awjq4/wDQ6V9S1VAC/hfwAoboT4cAz/4/XQwpZ6j4KsrUavp1rcWtzNI8dxIVZgwXGMA56GrHju8hk0XSrSPWrPUzHlpHSQl1YqBtAwAqDGBzycmul5njVBy5+ieyOFZPlrqKn7Lq09ZaW6/M5T+1dR/6Fr4ff+E6v/xdH9q6j/0Lfw+/8J1f/i6h3L/eH50bl/vD865v7bxv834L/I7v9Wst/k/F/wCZN/auo/8AQtfD7/wnV/8Ai6P7V1H/AKFr4ff+E6v/AMXUO5f7w/Ojcv8AeH50f23jf5vwX+Qf6tZb/J+L/wAysPE2of8ACQHSf+EV+H+RaC58z/hH1/vlcY3e1X/7V1H/AKFr4ff+E6v/AMXXNBl/4WE3I/5BI/8ARxrf3L/eH51rWzjGR5bS6Lov8jDD8O5dPmvDZtbv/MlGqajkn/hG/h//AOE8v/xdL/auo/8AQtfD7/wnV/8Ai6h3L/eH50bl/vD86y/tvHfzfgv8jf8A1ayz+T8X/mTf2rqP/QtfD7/wnV/+LpRqmplSw8M/D/A6n/hHV4/8fqDcv94fnXS+FzZ3PhvWNNm1Oyspp3gaM3LlVYKWzyAfUVpSzjHTly8/4Ixr8P5ZShzezvt1fcwf7U1Pbu/4Rn4f7c4z/wAI6uM/990n9q6j/wBC18Pv/CdX/wCLreutRt18Dvo7XNq80GpBk8offTYQWzjJGfWub3L/AHh+dFTOcbG1p3+SCjw9l1RO9K1n3f3kv9q6j/0LXw+/8J1f/i6P7V1H/oWvh9/4Tq//ABdRbl/vD86Ny/3h+dZ/23jv5vwX+Rt/q1lv8n4v/Ml/tXUf+ha+H3/hOr/8XW78OL2HU/iToOga34Q8Dz2WpSyRv9n0RY3XbGzAgkn0rndy/wB4fnWz8LyD8avBeCP+Pqf/ANEPXbl2bYutiYU5y0fkjzc3yLAYfB1KtOFpJaavv6n0x/wrH4d/9CR4f/8AACP/AAo/4Vj8Ov8AoSPD/wD4AR/4V11FfXn56cj/AMKx+HX/AEJHh/8A8AI/8KP+FY/Dr/oSPD//AIAR/wCFddRQByP/AArH4df9CR4f/wDACP8AwpjfDL4d+cg/4Qjw/jB/5cI/8K7Go2/16f7p/pQByv8AwrH4d/8AQkeH/wDwAj/wo/4Vj8O/+hI8P/8AgBH/AIV11FAHI/8ACsfh1/0JHh//AMAI/wDCj/hWPw6/6Ejw/wD+AEf+FddRQByP/Csfh1/0JHh//wAAI/8ACj/hWPw6/wChI8P/APgBH/hXXUUAcj/wrH4df9CR4f8A/ACP/Cj/AIVj8Ov+hI8P/wDgBH/hXXUUAcj/AMKx+HX/AEJHh/8A8AI/8KP+FY/Dr/oSPD//AIAR/wCFddRQByP/AArH4df9CR4f/wDACP8Awrl/iz4P8D+Fvhn4j8R6d4G8NNd6bp011CJNOjKl0QkZGOnFerVwX7RX/JCPG/8A2BLr/wBFmgDw2z0PVbm0huBpXw8XzY1fH/CMA4yM4/1lSjw3qxPGl/Dw/TwuP/jldFozp/ZFl8y/8e8ff/ZFbvhy4t4tTzNcRRI0MqbnPAJQgZ/E1+TQ4mzSddU/a2Tdvhj/AJH1sstwsafNy307s4D/AIRrVmIxpfw94548Lj/45R/wjuq/9Az4ef8AhLj/AOOV6fo1xpOnpdQ3F4rTyxOvmxAOm0ocKCSCDn27CudLp/fX86qvxFmtGEZe2TbvdWjpb5Cp5fhZya5NF5vU5jQdNFv488M6VrfhvwLfWOrXrWsi2+gLC64id8glm/uY6d692/4Vj8O/+hI8P/8AgBH/AIV46zK3xP8Ah/hgf+Jy/T/r1mr6Qr7rh3GVsbgY1q7vJt+XXyPCzKjCjXcILQ5H/hWPw7/6Ejw//wCAEf8AhR/wrH4d/wDQkeH/APwAj/wrrqK904Dkf+FY/Dv/AKEjw/8A+AEf+FH/AArH4d/9CR4f/wDACP8AwrrqKAOR/wCFY/Dv/oSPD/8A4AR/4U6L4a/D+KVJYvBegJIjBlZbCMEEdCOK6yigAooooAKKKKACmT/6lqfTJ/8AUtQA+iiigAooooAKKKKACiiigAooooAKKKKACiiigAplv/qI/wDdFPplv/qI/wDdFAD6KKKACiiigAooooAKKKKACiiigArH8Pf8hDXv+wiP/SeGtisfw9/yENe/7CI/9J4aANivkT9qWxvZvi9PLDZ3EkZ0+3AZIiQSC+eRX13WBrfjPwpomoHT9X8QadZXYQOYZpgrBT0OD64NbUMR9Xn7Q2w9d0J86PEv2OrS6t7zxC1xbTQq0cIBeMrk5b1r6MrI8PeJvD/iBpl0TWLLUDCAZBBKGKA9M4rXqatb203U7k1qrqzc31PM/jIumN4i8LyXOtDQdSha5fTr66tkmsS5VVaKUMQA7Kcr0Pytg9jwsQfXR4XsbdrSwZPHkiSalomUhuj/AGdds8sQbOwnJU4JAOcGve9VGnG0Yap9lNtkbhc7dme33uKS3TTPIthbraCEN/o2wLtDYP3McZxu6ds1mZnhV/4o1pY7Tw62t6m9zDPquJ5b9LJJIbeZEQyzlGZmUNwiKS3JOMc8zqMV54n0SfxFqWrai97J4ASaR4psIzfaHVv4ehxk9Oea+mrqz0piiXVvZsVLTIJEU4P8TjP1GT70trDpk0W+1S0kjdNuYwpUoSeOO2c/rQBD4XMJ8N6aYLk3UX2WPZMX3lxtHOe9Q23/ACOuof8AYOtf/RlxWrDFHDEsMMaxxoMKqjAA9ABWVbf8jrqH/YOtf/RlxQBsUUUUAFFFFABRRRQAUUUUAFFFFABRRRQAUUUUAFFFFABRRRQAUUUUAFFFFABRRRQBXhu7OZZmhuYZBA5SYq4PlsOob0IqP+0tNBt/9Ptf9IGYP3q/vR/s88/hXimjw3Vhqet6bbRSiLxdrF/buQpwksd9KHY+m6BsZ/6ZisrQIYLfwHJbX0YGoP4b02PQw65feN/Efowk2k47YzQB9B/b7E3v2H7Zb/agM+T5g34/3etNubexbUbW5mVPtUYdYGJw2CBuA9e1eYQXPhvVfiLFp2myWlnLp2pNcXtzI3+kXV3tIMMeedgz8x6cBQODjQ+Ia6xeat4ktdJZxqMPhiU6YFOD5rlgxX/a4UA+9AHfWmqaXd3Mlra6hazzx/fjjlVmX6gU7UtPs9RgSC9t0mjSaKdVboJI3Do31DKp/CvMbzWPB9roNtc+CtLju9dtNNuZdNgt4SHjdYGIWfGDywCkNzuI781ka54p1TT9PUaX4xvbyzlXTWu9QkjRmtXlvIo5NoC4GUZjsIOMUAe1vLDHLHE8iLJJnYpPLYGTgd6kwK8an8Salaa0DFqV1qOl2b37W96YFmldUs95CnA3FX4HTPTNbHwk17VNS8SapYXl9cXVqlha3MPn3CTMHdpA/wAyKFH3V+UFgPXtQB6PNJbtvt5JUBMZZk3YO3oT9Pem6bBa21hBBYqi2yIBEE+7t7YrjbLSoLT4zXlwgmkN5oe6VpZGcZ8/G0Z4Ax2FXPhs91L4SnhilVfIvbqC1eRSyiNZWCHGRkYx3FAHQeIf+QDf/wDXtJ/6Cadon/IJtv8ArmP5Vha5a+Khot6ZNb0dk+zvuC6VICRtOQD55x+Vbuif8gm2/wCuY/lQBcr49+L2qaHP8XvFduPhdpOq3Frdxx3F7NrM0DzsYI2BKKhAwCB17V9hV8Y/EH/ktfj/AP7CkX/pLDXnZriJ4fDupDfQ9jIsHTxeMVKpe1ntoYn2rSf+iN6F/wCFHc//ABuj7VpP/RG9C/8ACjuf/jdW6K+W/t3E9l9x9z/qxg+8vvKn2rSf+iN6F/4Udz/8bo+1aT/0RvQv/Cjuf/jdW6KP7dxPZfcH+rGD7y+8qfatJ/6I3oX/AIUdz/8AG6PtWk/9Eb0L/wAKO5/+N12ken/2h4Hsfsr2gnguZ2mDyqjbcLjqcnoal8YuknhrSPNls2u42dT5JU7o8LtPygYHUYPOcnNdLzTFKLlpsnt3OFZLgnUUFzXu18W1vl1OG+1aT/0RvQv/AAo7n/43R9q0n/ojehf+FHc//G6t0Vzf27iey+47v9WMH3l95U+1aT/0RvQv/Cjuf/jdH2rSf+iN6F/4Udz/APG6t0Uf27iey+4P9WMH3l951XwR8N+BfHXjTUNC1r4Z6fpMttpwu0mttXmnLqZNm05C45ya9k/4UD8K/wDoWv8Ayal/+KrzH9l7/ktGsf8AYup/6U19PV9bgant8PCpNK7R8DmlP6ri6lGm3ZPueWL8A/hZ5rL/AMI3wAP+XqX3/wBqn/8ACgfhX/0LX/k1L/8AFV6av+uf6D+tPrr5I9jg9rPuzy//AIUD8K/+ha/8mpf/AIqj/hQPwr/6Fr/yal/+Kr1Cijkj2D2s+7PL/wDhQPwr/wCha/8AJqX/AOKo/wCFA/Cv/oWv/JqX/wCKr1Cijkj2D2s+7PL/APhQPwr/AOha/wDJqX/4qj/hQPwr/wCha/8AJqX/AOKr1Cijkj2D2s+7PL/+FA/Cv/oWv/JqX/4qtLwx8Hvh74b1221vR9BW3v7YsYZTO7FMjBwCcdDXfUUKMV0E6k2rNhRRRVEBRRRQAVG3+vT/AHT/AEqSo2/16f7p/pQBJRRRQAUUUUAFFFFABRRRQAUUUUAFUfEGk6fr2iXmi6rbrc2N7C0FxETgOjDBHHtV6igDzRfgX8MwABoMoA6AXs3/AMVS/wDCjPhp/wBAOX/wNm/+Kr0qis/ZQ/lRXPLueZSfA34aho8aHNy2D/ps3of9qn/8KM+Gn/QDl/8AA2b/AOKr0ab78X+//Q1JR7KH8qDnl3OD8P8Awh8A6DrdprWm6KY760YvBI9xI+wkEEgMxHQmu8ooq1FJWQm29wooopiCiiigAooooAKKKKACiiigApk/+pan0yf/AFLUAPooooAKKKKACiiigAooooAKKKKACiiigAooooAKZb/6iP8A3RT6Zb/6iP8A3RQA+iiigAooooAKKKKACiiigAooooAKx/D3/IQ17/sIj/0nhrYrH8Pf8hDXv+wiP/SeGgDYr50+NcscfxQvvMkVM2dvjJx/fr6LrG1e68Lx3pTVptIS52ji5aMPt7fe5xXJjsJ9boulexnVhzxtc8u/Z1dJNb1lo2VwLeIZBz/E1e1VmaLPoMxlGiyac+MeZ9kKH6Z21p1eEw/1ajGle9h048sUjzL40afDqmt+GrePUtHj1GFrie207WoXaxvxtVWVmX7rqCCp+bq3ynnHDRNLew+FNJ0iGPwzfW3jqSC4NncC8to2OnXbMbcuoG0qeAVwrdQcV7trekaPrUC2er6fa30asJFjnjDbSP4hnp9ais9G0GztbSG006xhgs5jNbrHGoWKUhkLD0bDsM/7RroLPB/GWt69qenHS73VA1xFpPiO3e+S2iWZxb3Fmi/wkLuViGAAB4PGBjr/AIR6dNpXxR1zTl1m4ktYPDmjmK0aKFEJY3WWCogwQVPTGd5znC49KOhaFMTIdLs3ysyk+WDkSlTKP+BFVJ9cCp00nTE1RNUSwt1vkgFus4QBxEDkJn0z2oAu1j23/I66h/2DrX/0ZcVrsyqMsQB71kW3/I66h/2DrX/0ZcUAbFFFFABRRRQAUUUUAFFFFABRRRQAUUUUAFFFFABRRRQAUUUUAFFFFABRRRQAUUUUAMEcYIxGgwSw46E9TTTb25MZMERMf3DsHy/T0rxPQ9W1LT7zxPpf265kbxFqt9HpxeQkwzJeSQSKmegEXlMAOhVqzfD1zeXHgObULzUb032jeHNNn01vtLqTI28s5APzl2UIc54GO9AHvgtLQS+cLWASZ3bxGM59c1FPptrNqlvqbKRc26NGjqcZVsZB9RwDXneo7LLxro2rWV9c3MV3qr219cG9LlJChAthCMKEUgHOMjrzkmrXxE1bVre/1+XS9zXOj+HJruzjAzunbcA23+LATp70AehRwW8UjSRwxI7/AHmVQC31PeqOraHpep2a2l1ap5K3UN1tT5MyRSLIhOOvzIp964G9j8L+DdEtfFenarf3V2mnz3KKt68p1jZbtId+7cCTt3BhjB46cVDrnjjxXosUNtNN4fvLu8WwlgmSGRIIVuLqOFg/7wlgBISGBGcdKAPUo4IERUSGNVXO0BQAM9cUQ28EI/cwxxjGPkUD+VeXXvjLUrHxLHZav/ZksmmyXnmXqLLFFtS080HYHbGOjZ3cdMGtj4ceLNa1rXtS0nWI4P8AR7O3u4pEs3tiRKZARtZ3JA2cNxnPSgDupY1kVh91mUruHDAexqHSrG20zT4bGzj2QQrtUZz+J9TXndjp8V548g/sO9v7hbS6nbWb+a5Yxzq0bqLVUztOGZGyB8vl9ck10nw8vLy48KyRlhNPZ3VxaRtKxAcRyMqknB7AUAbfiH/kA3//AF7Sf+gmnaJ/yCbb/rmP5Via7L4o/sW98yy0cJ9nfcVu5CcbTnH7utvRP+QTbf8AXMfyoAuV8p/HnRPAun/F7UUubH4gXeq6naw6ndf2NqEMUCg7oV4fBz+596+rK+Z/jl/ycFN/2LFp/wClNzXFmNX2OGlUsnbuJ1p0Vzwdmecf2d4J/wCgD8Xv/Bva0f2d4J/6APxe/wDBva11dJXyX9ty/wCfUfuMf7Xxf87+9/5nK/2d4J/6APxe/wDBva0f2d4J/wCgD8Xv/Bva11VFH9ty/wCfUfuD+18X/O/vf+Zyv9neCf8AoA/F7/wb2tH9neCf+gD8Xv8Awb2tekjR5LnwraXlnYyzS+fKJnjUnCgLjPp3qbxRYQwaHp10umpYzMzJIoLZcAKQeSd3U8jjnHaun+0qqi5OlHRJ7dy/7Uxlr87+9nmH9neCf+gD8Xv/AAb2tH9neCf+gD8Xv/Bva11VFc39ty/59R+4j+18X/O/vf8Amcr/AGd4J/6APxe/8G9rR/Z3gn/oA/F7/wAG9rXVUtH9ty/59R+4P7Xxf87+9/5lT4T+NvBvgbxZqt3onhD4h6hqYtY7W6GoXltL5cbHzFA+YdcV6d/w0NH/ANE58Uf99W//AMcrxHw3/wAlC8W/Sy/9FNXVV1Vc+rUmoxirWX4pMxqYypKV5as9CH7QkYkZv+FdeJ+QP4rf/wCOU7/hoaP/AKJz4o/76t//AI5XndFZ/wCsmI/lX4/5kfW59j0T/hoaP/onPij/AL6t/wD45R/w0NH/ANE58Uf99W//AMcrzut/UdIf+wNLv7axlMbQu1zKikjIcjk9BxWkM/xU02orT1GsTN9Dpf8AhoaP/onPij/vq3/+OUf8NDR/9E58Uf8AfVv/APHK5bxbb2ME9k2n27QQy2iSbWbcxJzkk+tYlFTiDEwk48sfxB4qadj0T/hoaP8A6Jz4o/76t/8A45R/w0NH/wBE58Uf99W//wAcrzuis/8AWTEfyr8f8xfW59j0T/hoaP8A6Jz4o/76t/8A45VCH9p7S5bi5t4/APicyW0nlSrut/lbAOP9Z6EVxVef6P8A8jH4n/7CQ/8ARMdbU+IK8oSlyrT17nt8P4eOZYxUKuis3oe9/wDDStj/ANE/8T/99W//AMco/wCGlbH/AKJ/4n/76t//AI5XG6v4emt9V0q4s9CluLKWztnZcMI5ZGQFgW9z6Gs/4hWFtp+uxJa2q2qTWkMxiG4bWK/N8rEleQeCTWk85xcIuTitH5n19Lh3AVZRjGUtU3uunRnZWf7V3h+8tkubfwP4leN87TmDnBx/z09qm/4ak0X/AKETxN/31B/8cr5g8Ff8ixZ/R/8A0Nq9O8aeHotK1PTr9tFvF0V9Ps5ZXhBVZHaBWbDkEAls1+rUckwsqdOUpO8lfp5f5n4tXz7FQq1IxirRduvd/wCR6j/w1Jov/QieJv8AvqD/AOOVXtv2q9AuiZYfA/iVlRmjPMH3gcH/AJae1eSfE6xstM8eatY6dbrbWkMwEUQJIQbQcZPNcL4U/wCPG5/6/Z//AEYauOQYabhaTtJX6eRnLiLEwjO8Y3i0uvn/AJH07/w1Jov/AEInib/vqD/45R/w1Jov/QieJv8AvqD/AOOV5prHhi4t9X0G6svDkt3YT2lq7p8yxzysOVL9ix44I9qzfibp1rp2vwraWaWSTWkUrQqGXY5HzfKxJXnsTSp5Jg6klFSeq7oKmf42nFycY6PzPXrD9qPR75ZGtfAfiaQRuY3IMHDDqP8AWVZ/4aVsP+if+J/++rf/AOOV86/D7/j01H/r+k/pXrl/4ZuI/EunGy8Py3VnNFb4Q7lildkBOW+uc81+ZY7M8RRxVWjTimoyt1P2HL8kwdfBUcRWk05x5t1bZaa+p1kn7TGnxxtI3w/8ThVBJO636f8AfyvZPBWv2/inwnpfiK1glgg1G1S5jjlxvRWGQDjjNfKPxNs7ex1O8tbey+xhLYCSMKyqX2fMVDZO0nOK+jvgF/yRXwf/ANgmD/0AV1ZbjqmJlONRL3ex5+c5bQwcKU6Lfvq+tvLsdxRRRXqnghRRRQAUjHAJpaR/uH6UAfPA/as8PMX8nwT4llRXZQ6mDDYJGfv+1L/w1VoX/Qi+Jvzg/wDjlfMmj/8AHj/21l/9GNVyvepZXSnBSbeqPcp5ZTlBSbep9GP+1RobMh/4QXxN8rZ6weh/6ae9P/4aq0L/AKEXxN+cH/xyvnCir/sil3Zf9lUu7Po//hqrQv8AoRfE35wf/HKP+GqtC/6EXxN+cH/xyvnCu21HwvcSeGfC+qaZodzdRz20jXrwoxDsLh1ALD7vygConllCNrt6kyy2jG129T1n/hqrQv8AoRfE35wf/HKP+GqtC/6EXxN+cH/xyvKvi3pFvo82lW40FdIvWgdrpIfM8kndlVUuTuZVIDEcEmuFop5ZRnFSTf4Cp5bRnFSTf4H0f/w1VoX/AEIvib84P/jlH/DVWhf9CL4m/OD/AOOV84UVf9kUu7L/ALKpd2fR/wDw1VoX/Qi+Jvzg/wDjldT8Kfjvo/xA8ZDwxa+G9Z0y5NpJdCS78rYVRlBHysTn5hXyPXpX7KX/ACXy3/7Ad3/6MhrnxeXU6NJzi2c+Ky+nRpOabPsyiiivGPICiiigApk/+pan0yf/AFLUAPooooAKKKKACiiigAooooAKKKKACiiigAooooAKZb/6iP8A3RT6Zb/6iP8A3RQA+iiigAooooAKKKKACiiigAooooAKx/D3/IQ17/sIj/0nhrYrmrW9n03VdYSXSdSmWa8EsckMO5WXyYl659VI/CgDpa8G+K0NvJ8S9RMsUTn7JbcsoP8Afr1//hID/wBAPWf/AAG/+vWPqtt4d1W8N5qfge4vLgqFMs+mq7YHQZNdWDxKw9VVGrnDmODeMoOkpW8zk/gVHFH4h1cQxogNrFkKAP4mr16uS0VtF0dpTpHg+8sTJgSfZ9PVN2Omcda0/wDhID/0A9Z/8Bv/AK9Ria3tqsqlrXNMFh3hqEaTd7dTi/jLqx8H67onjMs/2b7Ne6ZcgHgl4TNCcevmQbB7yY71xPhix1LTdd0j4WXdxNJM+rW+u3TM5ObZYTPJ74+1qiY6YavXtYu9O1i0FnqvhXUL63EiSiKexDqHRgytgnqCAQfUUG7086wNZPhXUTqItzbC6+wjzREWDFN2c7dwBx0zWB1Hk/hXxN4u8J+GtC1Ke/tdT0vULjU4VsBaFZI/KiuZ42Eu4lifJKkEYw3GMUg+KXjjStFfVL61S/ju9Ha+g32QgFvLvjVdoEhMsWJTknBBUc/Nx6ojaPHHaRp4PvVSzkeS2UWC4hd1ZWZR2JV3Bx1DH1qlp+l+E9P+0/YfAElt9qjMVx5elovmoTkq3qM9qAOA1LxL4qvNM1TR9eLyLbS6ZcwXTWy2sv7y4KtG0au3y/ICrcZBIOcZPr9t/wAjrqH/AGDrX/0ZcVg6fp/hfT7WW1sfAU1tBM6SSxx6Yiq7J9wkDqR29K2NEknu/El/fNYXdrCbO3hU3EewsyvMTgewZfzoA3qKKKACiiigAooooAKKKKACiiigAooooAKKKKACiiigAooooAKKKKACiiigAooooAoJo2kLLFKul2YkhmkuImEK5SWQku4OOGYk5PU5OarSeFvDUj2TPoOmsbFQtoTbJ+4UHICccAHoBXmeh+KNetbjxVp93qU9zNqOo3aaIznJhZbt7Zo19kAicD3as7QPEHiS+8ES6xca/frdaJoFhdoFYbbuaQO0jSjHzBtgXHbnHNAHsK+HdBXWm1pdHsRqTdboQL5pOMZ3YznHGfSluNIik8Q2+sxyGOZIGt5V25EsZIIB+hGfxrjdUu9W03xrpF5/bF9cWGoXzQTkMhtYQUISAIOQ+5fv9c5B9Kl+IHiXUtJutcuLDc39h6DNqCw5O2aU7tu4Dqo2E4oA6fS/CnhnS72W903w/plpcygrJLDbIrMD1GQOh71mav8AD/wzd6O2l2elWGnwSXlrczrBaoBMIZklCMMcqdm3HoTWReL/AMIZpS+KtQ8Z6lfxw2U1xdwXEyul9shaQ+SnAQ4UkBeMdQetQ6x498QaOkVvfaLYPqF39ja0jium2ET3McBV2K8FTIDkcGgDs7bwz4dt7WO1h0PTo4I/M2Ri2XC712v2/iHB9RTtF8O6DorvJpGj2Fg7oEdreBUZlBJAJAyQMnj3rirjxtfQeJINO1OCKC5s5LoXBiuituypbearMWHTHrjHWtP4eeMrvxHq1/pt5ZxQtbW0FykkSSqrrKXGP3iqTgoeRwc0Aa9t4N8K2d+2paf4c0ez1HczrdxWUayB2zltwGcnJz61f8O6VDoukQ6fAzOI8lnbq7k5Zj9SSa5y2m1w/FW90291MPp0mkGa2t4k2eUfO27i3Uvjv2q/4E1O8vvDLvc7ri6tLie0ZieZTE5TOfU4FAGt4h/5AN//ANe0n/oJp2if8gm2/wCuY/lWTrt/qbaJfBtGdQbdwT568fKa1tE/5BNt/wBcx/KgC5Xk3xS+D974x8dL4q0/xhLokv8AZ0dg8I09JwypJI4bLMMf6wj8K9ZoqJwjUi4yV0JpNWZ4J/woLxJ/0VGX/wAEcP8A8VXBfELw3B4G1uDRtZ+J2sy3k8H2hUs/C8c2EzjJ2txzX1xXzb8ff+S42n/YB/8AaxrzcZh8Nh6EqqpRdvJGVSEIxcrHm/2rR/8Aoofi3/wix/8AFUfatH/6KH4t/wDCLH/xVdLRXzP9q0f+geJx+2j/ACo51b/S1XavxH8XqPQeDR/8XSNfaSwG74i+LiB0z4MHH/j1dHRT/tal/wA+Ih7Zfyo5r7Vo/wD0UPxb/wCEWP8A4qj7Vo//AEUPxb/4RY/+Kru30+P/AIReDUI0dp2u3ibHI2hVI4/E1a17T7G00OynS3ntryZs7JH3bo9v3iMfKSeg9K2+uw5XL6vHRX/rQr2i/lR519q0f/oofi3/AMIsf/FUfa9H/wCih+Lf/CLH/wAVXS0Vh/atH/oHiT7aP8qOOtLfw5a6ne6jD8QPFwuL3y/PY+DQQ2wYXjdxwaufatH/AOih+Lf/AAix/wDFV0tFU83pS3oRD26/lQ/4b+EV8fX99Y6H8TtWjnsY0kmS88MxwnaxIBALc9DXb/8ACgvEn/RUZf8AwRw//FVV/Zr/AOSq+K/+wVZ/+jJa+ha+lwuFw1ejGo6UVddkdkIQlFOx4J/woLxJ/wBFRl/8EcP/AMVTh8BvFGzZ/wALUn2+n9ixY/8AQ695oro/s/C/8+19yL9lDseCn4B+JTjPxSmOOmdEh/8AiqafgF4k/wCioy/+COH/AOKr3yij+z8L/wA+19yD2UOx8S6ze+HdK1i90u4+KWvvPZzvBKYfCSOu9TggEPzzVX+3PC//AEU/xL/4R6//ABdYfiH/AJHPxL/2Gbr/ANGGug1fQba01XQ44bK8uYLu0t5pkiOWd36hTjjPavp6HCWXzpQqSSTkr7I+UxGdzp1p040k1F2I/wC3PC//AEU/xL/4R6//ABdT2XhrwqPCN946g+KGt/YbnV/sM4/4RlPNa68tDgR7842laqfEHTdN0rXEs9PikhKwIbmFpPMEUvO5Q2BkDj8c1Lov/JAZP+yif+20VcGa5BgsDhPb04p36NLtc9nh3Na2Ix/sYrka0vF92kR+f4b2hf8AhZfi7aOg/wCER4H/AI/TXfwu7bm+I/ixm9T4QBP/AKHXSaFpkN9pGsXLo7S2kCPEF9S4ByO/BqWDTdOfwZe6h+//ALQt7iONgeEVW3cepPFfALHwkk/YR2b+75H65LK6kW19Znul99vPzMH4X/DTwt4q1ZfC/h34ka7DcxwPOiXfhxYgUDckFn55avTn/Zj1N0EbfFC8ZB0U6THj/wBDrC/Z5/5Ltaf9ga5/9DSvq2vs8Bm+Kr4eE+dryu9LaH53muSYTC4ypS5E7dWlrdXPmx/2X75mLP8AEy6Zj1J0iPP/AKHVW0/ZVnslMUPxIuQru8rZ0iM8k5P8fqa+naim/wBYP91q6/7QxV0/aP7zg/s7CWa9mvuR8GSDwKjvD/wtTxS6xOU+TwuCuVOOPn9RUTx+AZGLP8TfFTMe7eFAT/6HXN6V/wAer/8AXeb/ANGNVuvcpUsRKCl7aWvmezT4ZwU4KTgtfJGzpkfgHTklS1+JXidVlkMj58Jg/Mev8daH9p+EsAf8LU8V4HT/AIpMcf8Aj9ctRXnT4dw1SbnNXb3dke3ToV6UFThWkorZdEdJcXngy4Vlm+J/ihw6lTnwkM4/77r2zwJ8fPhh4V8G6R4cjuvEN0um2kdsJm0h1Mm0Y3EZ4r5vro9e0W2s9A8N6hDHODf2skt0/LAFZ3Tj0+VRThkWHoP3NL9kjHEYWdbl9tVcu19T6I/4ab+Gf/Uf/wDBW9H/AA038M/+o/8A+Ct6+efiBpOl6Vd6UNI+0G3u9LguiZiNxZ92Tx06dK5qtYZVCSupMwjlcJK6kz6r/wCGm/hn/wBR/wD8Fb0f8NN/DP8A6j//AIK3r5Uoqv7Hh/MV/ZMP5j6r/wCGm/hn/wBR/wD8Fb10Pw9+NXgnx54k/wCEd0KTUxfm3e4C3Nk0SlFIBOT/ALwr4zr0j9lX/kv1r/2BLr/0OKufFZbGjTc1I58Tl8aNNzUjtV/ZTkjLrB8RrqOIuzKh0qNtuSTjO/3pf+GV7r/opVz/AOCiP/4uvpiiuBYmslZSf3nCsTWSspM+ZX/ZaulZB/wsm5+Y4/5BEfof9unf8Mr3X/RSrn/wUR//ABdfSk334v8Af/oakp/Wq/8AO/vD61W/nf3nzP8A8Mr3X/RSrn/wUR//ABdSr+y/qSp5a/FC+VP7o0pAP/Q6+k6KX1qt/O/vD6zW/mZ81y/su38xBl+J15Jjpu0mM4/8fqP/AIZXuv8AopVz/wCCiP8A+Lr6Yoo+tVv5394fWq38z+8+Z/8Ahle6/wCilXP/AIKI/wD4uj/hle6/6KVc/wDgoj/+Lr6Yop/Wq/8AO/vD61W/nf3nzP8A8Mr3X/RSrn/wUR//ABddd8HvgO3w/wDHI8Uy+L59XkWyltFhaxSEAOyEtkMf7n617VRUzxFWatKTaJlXqzVpSbQUUUViZBRRRQAUyf8A1LU+mT/6lqAH0UUUAFFFFABRRRQAUUUUAFFFFABRRRQAUUUUAFMt/wDUR/7op9Mt/wDUR/7ooAfRRRQAUUUUAFFFFABRRRQAUUUUAFFFFABRRRQAyL70n+9/Sn0yL70n+9/Sn0AFFFFABRRRQAUUUUAFFFFABRRRQAUUUUAFFFFABRRRQAUUUUAFFFFABRRRQAUUUUAFFFFABRRRQAUUUUAYa+E/D63drdjTo/PtLue9gcsxKTTMWkbr3LE46DtVRvAfhcpZINPdI7OGO3jjS5lVHjjbciSKGxIFbJAbPJNcnonjzWj/AMJdb6iLdri2vLhdF2Jjei3MlsqN6lXRST6OKoaN488Uaj4TOuedZxnStGs7+/i8jP2qSUMzqpz8gCrx15PtQB6HH4O8Px64dYWzcXHnm52efJ5ImIwZRFu2ByOrYzU93oiSeJY9XVk2vaNaXUTrkSoTlfyOfwNc8ni+7vfiJp+j6ekTaQVuIric8mS4jUEoh9Fzhj/eyOoNS+N/F8mg3OpypEJLfR9Hl1K5THMhGQiA9slTzQBc03wB4W0+ZXhsJJUjieCGC5upZ4YI2GGSON2KopHGFA446Vm658M9Du9F/s6zWePfc2bSST3U0rCCC4SXyUZmJRcKQApGM5qdJ/FGg2w13xFrWnz6ZBayXGpxrb7PsyohcmMgksBgjnqOagvPiNDYW27UfD+q21zILZra1PltJOs8ywpjDYDBnXIJ4zQBqjwL4YNuYZtPa43edve4uJJXk86Py5N7MxLZT5eScDpirXh/wro2h3st9YR3JupoUgkmnu5Z3aNCSikux4G44+tYY8cLJrdpp8lneWl2klxHc2XlrI5KQ+aMFT3HTHXpV/wf4ytvEWp32mLZvaXdnFFNJG00cmEk3BclGO1vkOVPIoA25dNtf7TbVo4lGofZjbLKSfubt23Gcfe59ag8LaQuiaNFYiTzZNzSTSY+/I7FmP5k1jW2sa9N8R73QbmG1t7BdMNxasjb5GbzNm9uw/3f1q/4Q1mbVPDv2u4jLXUEstvOsY+9JG5VsD3IoA0PEP8AyAb/AP69pP8A0E07RP8AkE23/XMfyrK17VpW0S+X+x9TXNvIMsiYHyn/AGq1dE/5BNt/1zH8qALlFFFABXjnxg+F/ibxT47tfEmgappdssen/ZHivI3Yn592QVr2OioqU41YuE1dMTSasz51/wCFOfEn/oN+Gf8AvzN/jXFeJ7N/DOsS6Pr/AMSfA+n38IBkgmScMuRkZ/Cvr89K+ZvEQB+MfjjIB/0i1/8ARArPB5Dg8TVVPkSPOzCrTwdB1uS9jhv7U0n/AKK14A/75n/wo/tTSf8AorXgD/vif/Cu82r/AHR+VXbewjl0e6vi2GgkjQLjg7t3+FevLg3BRWtvu/4J89DiGE3ZUfx7fI4Ox8VfYYGgsvjb4MtomOWSKS6RSfcCkvfFIvoEt7342eC7mGMgpHM9y6qQMDAPTivQZdNgXQI9SWdXka48powvCfLnr61nbV/uj8qqPCWFlFpPTbZ/5lT4ijCylR3/AL3/AADirC5sr+9hsrP4qeAprid1jijVJ8sxOAB+Neg/8Kc+JP8A0G/DP/fmb/GuV8cKBp+nYAH/ABN7Ht/08JX1pXk47h7B4Woocien9dT28sxNPHUXU5La27ny54v8C+KPCOljVPEvjHwhpdkZBGJp4pgu49BXH/2ppP8A0VrwB/3zP/hXtv7WX/IoeH/+w9b/AMmry/av90flXzWZPB4GcYexTuu9jpq+zptLlNT4J+MPAPg7xRrWta/8UfCt29/aw26LZ+YoUIzHJ3D/AGq9Z/4Xx8H/APof9G/7+N/hXiW1f7o/Kp9Otkur+2tm+USyrGSB0yQKilxDGCUIUtPX/gCjiraKJ7N/wvj4Qf8AQ/6N/wB/G/wo/wCF8fCD/of9G/7+N/hXllrpFgfFE+kXVw6RpcNCjgKNxD7cksQB61m6naCz1G5sz83kytHkptJwcZwelbS4hlFczpdbb/8AALeKa1sey/8AC+Pg/wD9D/o3/fxv8KD8ePhB/wBD/o3/AH8b/CvEtq/3R+VG1fQflWf+s3/Tv8f+AT9b8jjNf0zwleeJNW1Gx+MXgtLe9vpblFlWbcods4OBirkGpTQWkNpD+0P4djt4dvlRLdXYRNpyu0A4GCARR4CUF9d4H/IVl7ewrp9q/wB0flXo1OM8TStS5bpbar/I4p4fC87l7PV76s4vVo7DV7kXOq/HXwhfzhQgkuXuZGC+mWyccmtazj8D2/wnfwr/AMLc8ItqR8S/20JtsvlbfKRNmMZz8uc+9b21f7o/KtC302OXQbvUt2GgnjiCY4IYMc/+O1jW4ur4uHsqkLpdL/8AANsL7LDVfa0YWl3ucbpepWulyNLpnxv8HWTuNrNbvcxlh6Eio5rywn8/zvjV4Kk+0OJJt7XB8xv7zep5PJr0CfSbEeGl1SKebzA6owkjCo7HJKp3O3jJ96xdq/3R+VeTPMMNBKLw6tv8X/APcfEmOUubn1+X+Qz4Pa14H8J/EFfE2ufFfwlcxR2UlssVoJVOXKnJLD/Zr3D/AIXx8H/+h/0b/v43+FeJbV/uj8q5r4gKotdH4H/IYtu3+0a7MLnsFy0oUrL1/wCAcFXMamIqOdTVvqfSX/C+PhB/0P8Ao3/fxv8ACo5Pjt8ITIMeP9G+6R/rG/wrxbav90flRtX+6Pypf6zf9O/x/wCAY/W/I84j8NeF4TIkPxm8EmMyu67kmzhmLc8e9O/4R/w5/wBFl8Df98T/AOFek28SyTxx4A3uFzj1NbEWh2zeL30SW8EMS3BhErJkt82BgDufyrupcXYlpKMPLf8A4B1RzauklFnj3/CP+G/+iy+Bv++J/wDCj/hH/Df/AEWXwN/3xP8A4V6VeQLBdzQjBEcjIDjrg4qLav8AdH5VL4zxCduX8f8AgB/bGI7nnX9geG/+iy+Bv++J/wDCvQfA/wAOPHPi3wrNH4S+LWk6loMcrWssVtLc/Zw+AzIUzjo4J4/iqTav90flXpf7Iv8AyLfjP/sbJ/8A0lta78u4jr4+bg1a2u9/0NKeZ1qrs2ee3P7OXxGuvK+1eLtEm8qMRR+ZHM2xB0UZPAHpUX/DNHjz/oZvD/8A34l/xr6yor2vr2I/mOn67X/mPk3/AIZo8ef9DN4f/wC/Ev8AjR/wzR48/wChm8P/APfiX/GvrKij69iP5g+u1/5j5N/4Zo8ef9DN4f8A+/Ev+NbXw/8AhzJ8GPGUXj7x94x0K20tbWTT1KxyJmSUqw5Oe0Zr6Yrwz9tT/kmWi/8AYx2v/ouanGvWxElSlLRtIxxONq+yk5O6Sv8AcdV/wvj4P/8AQ/6N/wB/G/wo/wCF8fB//of9G/7+N/hXy7quhWOnazpdrc3cq213awXE0qxbmjEgyQAOuO1TXOi2uh/GbwhZ28srh3klaOZQJIi1tKdjgcAjj866s1y2GAwdTEqfNyxcrWte3nd2PnsuziWMxUcO6fLd2ve9r+Vj6ak+O3whLR48faPw2T87eh9qf/wvf4Q/9D9o/wD38b/CuL2r/dH5VPp9slzfQ27YUSOFJA6ZNflUOOeeSiqGr/vf/an3ssi5U26n4f8ABOt/4Xv8If8AoftH/wC+2/wo/wCF7/CH/oftG/7+N/hXO6XpltdahcW806xLEDtJKgudwAAzxVC4hEU7xsmCjFSCOeK0nxpOEFUlh9Hp8Xb5ExyaMpOKqa+n/BOx/wCF7fCH/oftG/7+N/hSf8L4+D//AEP+jf8Afxv8K4zav90flXz54R0eO/8AD/iDUGlZG0+4mkVQBh910y4P519PwlmceIa1Sm4+z5Un3vd27I8PiCLyejGovfu7W26N+fY+tv8AhfHwf/6H/Rv+/jf4Uf8AC+Pg/wD9D/o3/fxv8K+Wo9BtJPA91r4v1a4huEhNssZ+VW3csTxk7egrC+H+jxXHws/toysHtXiiEeOGDlskn8K+3eQw9ooe1/Drp5+Z8suIZOm6nsu32uln5eR9hf8AC+Pg/wD9D/o3/fxv8KX/AIXv8IP+h+0b/v43+FfK2r6Dp7/DW6161u5nuYj5VxCUXapZW6YJIAwOTgHPHSvU/hiqn4b+GvlH/IJte3/TJa+R4txceHoU5Je05m1/La33n0XD05Zxz3XJaz73v9x6t/wvf4Q/9D9o3/fxv8KP+F7/AAh/6H7R/wDvtv8ACuL2r/dH5Vcu7GG3a03Mds0ayMdoyuT2r4yPG7km1Q2/vd/+3T6R5Gk0nU/D/gnUf8L3+EP/AEP2j/8Afxv8KP8Ahe/wh/6H7Rv+/jf4VzGsWMNnNGIWLxyRiRSwHf3HBqltX+6Pyp1eN3Sm4Soar+9/wAhkimuZVPw/4J2n/C9/hB/0P+jf9/G/wpk3x2+ELREDx9o5P/XRv8K8ZnVf+F52gwP+RZn7f9PUNdrtX+6Pyq6/Gqpcv7ndX+L/AIAoZJzX9/Z22/4J2n/C9/hD/wBD9o//AH8b/Cj/AIXv8If+h+0b/v43+FcrptlHdyTKx2+XC0nA64HSp9N0n7XY3N23yJEhKfLnew5I/KnS4xqVbcmHve/2u2/QUsmjC96n4d/mdH/wvf4Q/wDQ/aN/38b/AAoPx3+EP/Q/aP8A9/G/wri9q/3R+VZfi5V/4RPWPlH/AB4z9v8Apmayp8cqc1H2G/8Ae/4Bcsism+f8P+CfRGmX1pqem2upWE6XFpdQpPBKn3ZI3AZWHsQQasVyXwY/5I/4L/7F+x/9J0rra++PnwooooAKKKKAOC1j4y/C/R9UudL1PxrpVre2shjnhdzujYdQeKqf8L3+EP8A0P2jf9/G/wAK8s8Lqp1zxhkA/wDFR3f/AKEK39q/3R+VfE4/jFYTEzoexvyu1+b/AIB7lDJvbU41Oe1/L/gnaf8AC9/hD/0P2j/9/G/wo/4Xv8If+h+0f/vtv8K5b7FH/Y/27PzfaPJ244xtzmn3mnwwaZaXccwlM7OrALgKRjj361n/AK5z5XL6vsr/ABdG7dh/2NG9vadbbf8ABOm/4Xv8If8AoftG/wC/jf4UyH47fCFYUVvH2jg7R/y0b/CuO2r/AHR+Vcd8TFXz/DPyj/kNQ9vZqWH42Vaooextf+9/wB1Mk5I83P8Ah/wT2X/he/wh/wCh+0b/AL+N/hR/wvf4Q/8AQ/aN/wB/G/wri9q/3R+VS2dulxeQwHCiSRUyB0ycVlHjrmaiqG/97/7Up5FZXdT8P+Cdf/wvf4Q/9D9o/wD38b/Cj/he/wAIf+h+0b/v43+Fc5badbyavNYyGU7ZDGgjQFmIbH4etU7yCOG7lhjZZFRyocDhgD1rWfGkoR5pUNL2+LqvkTHJYyfKqn4f8E6//he/wh/6H7R/++2/wrsPCPijQPFulDVfDeqW+p2O8x+fASV3DqK8b2r/AHR+VdF+y/8A8ilrv/Yfu/8A0IV62R8Rf2rUlD2fLyq+9/0RyY7LvqkVLmvfyPWqKKK+lPMCiiigAooooAKKKKAGRfek/wB7+lPpkX3pP97+lPoAKKKKACiiigAooooAKKKKACiiigAooooAKKKKACiiigAooooAKKKKACiiigAooooAKKKKACiiigAooooA5FPAOkrqNjfGa4aWz1C6vl5GHaeUysreqhiCP90VTi+GunQ2Fvp9vqV5FaCzgsruIbcXcUJJQNxwfmYEjqDiqOifEK9uE8XR39lbxz6TdzJpqoTi5iE8kCbs/wAXmxEHHQMvrVDSviPr2oeG01yOx0+OKx0m01DVY23lmM24lIjnjaqk5Oc5AoA60fD/AMLR+I7HXrbSLO2u7R5ZAYoVXe79WbjrnJz71Lq3h1bzxLLdTQx3Gn6jpr2F/C56rkkcd8hmB+tYWmeObq/8fXWj/atLtbGG9NpEk1vN51wRErNtkz5edxYBeuFzitbxf4wi0C6vWki322maXLqV6R97av3EX3JBoArD4e29zbpY61rWpatp0VvJbw2tw4ACSRmM7iAC52MQCfXPWszxN8O7y80yMQ61d3moJc2CxXEzKrQW8N1HK23AwXwhOT1IFbNlqXi+xMOo+I4tHj0toXmvfJZkbTwqFsszHEgGMEgD1ximP8SPDcVjJd3S6laqogZI5rCVZJUmkEcbomMsCzAcDIzyBQBFcfDnT7xpJr/Ub24upxcCefIRn86HyTjA+XC9Md6u+DPBdr4Z1Ca+hvJJpJrWK1ZPKSNAkZYrhVAAPznPrUa+ONMmvrSFZZbQl50ure5tZFmQxxeYRjtxz3yOlX/DPizTPEF1c2lpFewXFvHHK8V1bNExjfOxwD2O1vcY5AoAty6TGviJvECM7XQsTaCPICld+/8APNQeCtJm0fQlt7lla5llkuLgqcjzJHLsB+JrDl8ReJLTxTpmm31rpyx6rcTww20ZZriCNI3dZ3IO0plVUjAwZF5J4rd8M67Hqfh5dSutlu0TSR3ILYWN42Kvz6ZFAFvxD/yAb/8A69pP/QTT9E/5BNt/1zH8qxNd8VeG5NFvY49d053a3dVUXC5JKnjrW3on/IJtv+uY/lQBcooooAKKKKACvnzxv4H+Iw+JfiLWNB8O6fqOn6k8LxyS6ksLDZGFIKkHuK+g6K1o1p0Z88HZmGIw1PE03TqK6Z82f8In8Xv+hJ0r/wAHSf8AxNXdO0X4zWMMsMXgfRHjlKl1k1aNwSM46r7mvoaiuuWaYmStKX4I4IZHgoPmjCz9X/mfOknh74ySWrWx8E6QImlM20ayg+bGOPl9Kr/8Il8Xv+hJ0r/wdJ/8TX0nRQs0xS2l+CFLIsDLeH4v/M+YtQ+H/wAVtWksbe88K6XZW0V/b3E0w1ZHKpHKrnjaM8LX0UfEWgAkHXNMBHUG6T/GrGtf8ge9/wCveT/0E18e+BPC3hu78I6dc3WhadNNJFueR7dSzHJ5JIq6NOrmVR80tUiMRWw+TUVyQ0b7/wCZ7Z+0VbN4t8J6dbeGdS0S7vbTU4roxTalHErKoOfmJ968o/sPx/8A9Avwt/4UkP8AhU3/AAh3hP8A6FzSv/AVP8KP+EO8J/8AQt6V/wCAqf4UsTwjTxUlKq02vU8ufEuHn8VN/eQDRPH+4j+yvC+R/wBTJD/hUtvpHxCt7iOePS/CweNw6n/hJIeoOR2p3/CHeE/+hb0r/wABU/wo/wCEO8J/9C3pX/gKn+Fcy4Hwy10/H/MlcRYb/n0/vNOW4+J0l01y2ieCfMYkv/xO7fDknOTxzzzWXeaX8Rbu6lurjTvC8k0rl3Y+JIeSevatS4+G/haHXf7L/sXRQcqDK9qiqMgH096q6n4E8K2Oo3FmfD+kuYJWjLC0QZwcZ6UPhDDVbJyvfXr/AJms8+pJNypPR236lD+w/H//AEC/C3/hSQ/4Uf2H4/8A+gX4W/8ACkh/wqb/AIQ7wn/0Lelf+Aqf4Uf8Id4T/wChb0r/AMBU/wAKP9RsN5fj/mY/6w4b/n0/vMXQPBvxA0tr8/YfC0n2u7e4/wCRjhG3djjp7Vqf2H4//wCgX4W/8KSH/Cpv+EO8J/8AQt6V/wCAqf4Uf8Id4U/6FzSv/AVP8KqfBOHm+Z2v8/8AMb4iwzf8J/eWbTwT8V7uBZ7Xwros8TfdePXI2U/iFrW0rwz8atOtpraHwXoUkUzKzpNqkbjK5weV9zXoH7KsccPwY0+KJFSNLy8VVUYAAuZOBXqdeEslwlOXux19WfUQo02lJI+b9R8O/Gy+06Gwn8F6D5MA2xbdTjDKM5wDt9etZf8AwgPxf/6E7Sv/AAcp/wDE19SUUp5PhJu8o3+bKdCD3R8t/wDCA/F//oTtK/8AByn/AMTWX4h+Fnxg1aKzQeE9Ji+zXkVz/wAhhDu2HOPu96+uKKIZPg4PmUNfVgsPTXQ+W/8AhAfjB/0J2lf+DlP/AImkPgL4vbgv/CHaVk/9RlP/AImvqWo2/wBen+6f6VP9iYL+T8WL6vT7HzDH4D+MMciuvg7StykEf8TlOv8A3zWne+H/AI23d9DfSeC9BS4il84PHqcalmznJwvPSvo+iqjlGEirKP4v/MpUILofLs3gX4xSzPK/g7SizsWb/icp1P8AwGm/8ID8X/8AoTtK/wDByn/xNfUlFS8lwX8n4v8AzF9Xp9j5b/4QH4v/APQnaV/4OU/+Jrv/ANnCzm8H+HPEFv4rv9Esb7UNelvkhh1KOULG0ECDLAjnMbcV7Ka/P7RND0e6tZp7jS7SWV7u4LO8QJP71u9Y1o4XKY+1hDfTf/M9bJ8n+v1nTpvlaVz7t/4SLw//ANB3TP8AwLT/ABo/4SLw/wD9B3TP/AtP8a+IP+Ec0D/oDWH/AH4X/Cr/AIf8F6Fq+tWumrpenxG4fYHNup2/hXPHiKnJpKm/vPoZ8H1YRcpVVZeTPtD/AISLw/8A9B3TP/AtP8aP+Ei8P/8AQd0z/wAC0/xr468MeAfDes6i1jJb6daylgkQNnvLsTjoOgHUntWPL4Z0GOV4zo+nkqxGRCpBx6cVT4ggoqTpuz80RHhKpKbgqquvJ9T7d/4SLw//ANB3TP8AwLT/ABryz9pzT28ceArDTfDGp6Jc31tq8N4Y5tRjiUoiSA/MT1ywr5z/AOEc0D/oDWH/AH4X/CuE+LWlaZZSaELWwtoBLd7X8uMLuGV4OOtdGAz2NfEwpwi029znzDhWph8NKpOaa7a9dD3CPSfiwn2FjY+BHlsRGIJX1a2MiiP7vzYycVn3PhD4lXvjvS/FV7Z+DjNZSySOkOuQRiUtG6ZOB1+bOa8/8IeDdM8Q+I7XRo7Wzt2uCwEhgDBdqlun4VY8IeA9N8Rf2iVXS7UWVnLdFZEUvLsRn2ovU8KcnoPyB+3xeGq16U6NWa5ZKz06P0PApcO0sNUVSMtY2fU9rMvj4FR/YPhjJOBjxND/AIVr2mj/ABgiliuYfA+k5Uh0P9toR7fw18qavpemxaZcSx2FsjqhKssYBBr9HvDH/ItaX/15xf8AoAr4vE8GZbhZr3Nd93/meni8Xi6DUZTvfyPGjb/Gfz/OHgHQg5HONWjwTnOfudc1Rl0T4wSSNJJ4G0tnY5JOuJyf++a+hKKxqcOZfUVpwv8AN/5nHHMcRD4X+CPnn+wfi9/0Iul/+DxP/ia4Xwn8Kvjf4djvo7Xw1oEyXskjSpPqEcikNKZAMFexP6V9gUV6OU4GhlMpSwkeVyVn18+tzjx83mEYxxDuk7rp5dD5An+FPxtls760/wCEb0SOC9nWeWOPUkVdy5xgBeB8x4qLwN8J/jh4V8P/ANj2/hvw7dQOF8xbi+jkViucHBXjqa+xKK9yWa4mT1l+C8v8keXHKMLFWUfxfn5+bPkTV/hj8dNQ8Pz6K3h3QYraVSG8q/jQkZJAJC5IBY4FdH4X8HfF7RfDWmaOfBWlTGxtIrcyf20g37EC5xt46V9MUV5GbYelm8Yxxa5lHVdN/Sx6GXxWXtvD6X367ep88/2D8Xv+hF0v/wAHif8AxNXja/GcwRQnwHohEQARjq8ZYAHI52V7xRXkU+G8up35IWv5v/M9GWZYiXxS/BHgF9pnxkvJFebwNpPyrtULrSAAfTZUH9g/F7/oRdL/APB4n/xNfQ1FTPhjLJy5pU7v1f8AmOOaYmKspfgj5dfwH8X28dw+Jv8AhDdKAj0uSw8n+2U53So+7O3/AGMY96220L4uqpY+BdLx/wBhtP8A4mvoemT/AOpanPhrLZ25qeytu9vvFHM8TG9pHgdjpnxjs5jLD4F0gsVKkNrSEEHrxsqcW/xsXzRF4M0yJJFKtHHraKnIwcALiveKKuHD2AhHljBpf4pf5ilmNeTu3+CPnn+wfi9/0Iul/wDg8T/4iqmseFvi9f6ReWP/AAhGlp9pgeHd/baHbuUjP3fevpGiso8L5ZFqSp7eb/zKeaYpq3N+RgfDjSrvQ/h74b0W/CLd6fpNrazhG3KJI4lVsHuMg81v0UV9AeeFFFFABQelFFAHzm/gr4oaV4i8Qyab4V02/sr7Vp7yCZ9VWJijnIypU4qb+wfi9/0Iul/+DxP/AImvoaivDxHDmXYipKrUp3k99X/md1PMsTTioxlojwW0sfjLbWrWq+A9FeJm3kSaxG3zYxkZT0qCTSfjFJbR27eBtK8uNmZR/badWxn+H2FfQNFD4cy9x5XDTbd7feCzHEJ3v+CPnn+wfi9/0Iul/wDg8T/4msTxL4H+L2uHSpF8G6VELK9S751pDvCg8fd4619Q0y3/ANRH/uipp8M5bTlzRp6+r/zKlmeJkrOX5Hz5/YPxe/6EXS//AAeJ/wDE06DRfjBDMkqeBdLDIwZT/badR/wGvoSipXC2Vp3VP8X/AJjea4p/a/BHhqr8alneZfAOgiRwVcjVo/mB65+Ss2XQ/i/JI0h8CaSCxzhdaQAfhsr6EorWrw9gKqtOF/m/8zOGY14O8X+CPnn+wfi9/wBCLpf/AIPE/wDia9A+AHhrxB4Y8J31v4ks4LS+u9Tnu/JhnEqqrkEDcOtejUV0YHJ8HgJOWHhZvzb/ADIr4ytiElUdwooor0zlCiiigAooooAKKKKAGRfek/3v6U+mRfek/wB7+lPoAKKKKACiiigAooooAKKKKACiiigAooooAKKKKACiiigAooooAKKKKACiiigAooooAKKKKACiiigAooooA4WP4d266rZX7ahITb6leXsiCMATLPOZhG3PRXKnPt71Ttvhm9rpMWk22tslpNp9vYaiptwTcJCTtKnPyEhip68YrS0b4hafqEPih3sri2fw/cywujkE3Ko7oHT2Z43UA91punfETT7yw8K3C6ferJ4jWNoo9mRbh1LAyN0HTGOpoAsXHhO+utXhe812S40u3vxfw2rQDzEcA7U8zP3ASSBjPbNGveG11HxNdi6tmuNL1jSX0+9AONmCcH8QzD60yLx3bv4ubQv7NuBGL1rEXPmJzOIxIf3edwTBxu9fbmtTX/E1ho128N2dsVvZS313LniCFOrEdTnnA9qAMK48EarqmntpPiHxRcX+l/ZJrXyooBDJMskbRkysCd5CsegAzzisjxd4F8QXVhb3P9rHUNUhutNht5I7dYhDDFexSvKQSQzAKWPQHbgCum0XxVql3e2w1LwpfaZY3iNJb3MkyPsAXd++Vf8AVEj3I7Eg1ei8YeFpLOa8TXtPNvAyLLJ5wCqXYKuT7kgD1oA5y4+Hc95ePqV3r0q6lN9pMtxbw+Xgy2/kqUGTt2jkcnJq54D8EP4Z1i71J7+G4kurSG2dIrby1/ds5DZLMSTvOcmtePxVpFxNZfYr21ube5aVTMtwo2eWm48Hk8dcdOpq1oniDRdbMw0nUra8MOPMET5K56E/XBoA5vQfCeuaR4kvdduNeg1D7S7NKjWGJjHzsiV9/wAqjjgDmtjwFplxpfh8JeLsubmea6mTOdjSuXK/hmmW3iy1u/F974ZtLS5e5tLT7Q0roUiY7tuxSepz1I4FaOg6xbatosWpx/ukYESK55jZThlP0INADvEP/IBv/wDr2k/9BNP0T/kE23/XMfyqjr+qaY2h3yrqNoSbeQACZeflPvV7RP8AkE23/XMfyoAuUUUUAFFFFABRRRQAUUUUAFFFFAFbVUeTS7uONSztC6qB3JU18l+GIPGejaDaaXcfDHxnLLbJ5bPFZxlGIJ5BMgOPwr69orpw2LqYaTlT6nHjcDSxkFCrsj5U+2eLf+iW+Of/AABi/wDjtH2zxb/0S3xz/wCAMX/x2vquiu3+2sV3X3Hm/wCrmB7P7z5U+2+LM4/4Vb45z/14xf8Ax2j7Z4t/6Jb45/8AAGL/AOO19UL/AK5/oP60+j+2sV3X3B/q5gez+8+aNS8SeL76Zbh/hD4wScMrGRLCPLYAAz+99qpX+q+MLy9nu5fhZ43DzSGRgLGLGSc/89a+pKKzhmteFuW33Gs8iwtS/Nf7z5U+2eLf+iW+Of8AwBi/+O0fbPFv/RLfHP8A4Axf/Ha+q6K0/trFd19xl/q5gez+8+U2vvFa/e+F3jgfWyi/+O0n9oeKf+iYeNv/AADi/wDjtdV+1uj3Xif4f6e1zdRW076iZVgnePftiiK52kZwa4CTwHDHqMVg9xqCzSqrLnVJQuGGQSd2BxXmYzi2rhanJJX9F3+ZjUyLAQduV/ee8/s3WGoaT8KLCz1iwuNNvDc3UjW1yAsiB53ZcgE9iK9Jr46bw6/hfx74WWO7v0n/ALbs0b/iYSSI6Ow9WIIINfYtceFxccXF1Emtban0FKScdOgUUUV0mgUUUGgBhkj/AOeifnTGlj89P3i9D3+lfFXg3w23iHSbvUri71OadJ7uWZv7QlX5VuHUYAb0wK27P4fx3WnzX0NxfmOJWdlOqyh9q43ELuzgZrxqmdUoVHT5W2r/AIfM53iEnax9fqysPlYH6Glrxb9ksSR+GfEdq1xcTR2+svHF50rSFV8tDjLEnvXtNetTmqkFNddTdO6uFFFFWMDXw7Z+GfHulrPazfDnxTKVuZiJIrVCjgyMQQS47GvuKvCP2uEadPBVl9ouYYZ9UmWUQzNGXAgYgEqQeorhzChRrUX7ZaR10O3BZlWy+bq0d7Hjf9k+OP8Aomvi7/wFj/8Ai6uaLD4+0vVbbUbf4Z+K3lgcOqtaRkE+/wC8q1c+BYoLqC1aTVGmnjSSNV1KY5DjI/i9Kr6v4ck8LeLNDRbrUYruPW7KOQHUJXXa0i5By2Dwa+coQy+dSMYwkndL5nc+MMbUTg7WemxtWWp+PLKa4ltvgtrsZniMUgFiOhOTz5uRmubfR/HbOzD4YeL1yc4FmmB/4/X2vRXtzybDTSUr6eZdLiPGUm3C2vl/wT4m/sXx5/0TLxh/4Bp/8XXK/EDwD8SfEDaW1n8N/FEf2O481/NtVGRlemGPPFfoHRirw2UYbDVVVgndeYsVxFjcTSdKo1Z+R8LeF9B+KHh/XrXWLX4Y+JpJrZiVWS0UqcqVOcP6GrkWnfEq21SW+0/4Qa5YmWzmtGjisxs2yIUY8yHnDV9u0V9C8xrN3djz3mFVu7sfn1qPgT4jXFpJa/8ACu/E0byrsUvbKACfX5q+9PD/AO40HT4ZSqSR2sSupPIIUAivlX9oaOS++O2sW815fJDBp9m0ccV1JGqlg+ThSPQVxkeixySLGt9qm5iFH/Ewm6n/AIFXg5jxFBVvZ1U212/4c9qhkmLzOjHEc0Un69z7r8yP/non50eZH/z0T86+JY/Bdw2ty6O19fR3URYPv1WRVGOvzFsVT1Dw41hfTWV1d6ok0LlHA1GU4I991cTz6hFXcJdv61HHhXESfLGpG9r7vb7j7m82P/non/fVHmR/89E/Ovz71yza31TR4YdR1VUuLlklH2+X5gEY4+96itf+x4f+f7Vf/BhN/wDFU5Z/h4pOz1/ruEOE8XKUoqUdPXtfsfdvmR/89E/OjzI/+eifnXxBN4TmiTT2e61PGoJvt/8AiZS/MN5Tn5uOQafrXg+bSTB9qvr90nDGN4dVkdW2ttYZDdiMUf29Rs3yS0/ruJcLYhtRVSN35vp8j7c82P8A56J+dHmR/wDPRPzr8/PGVk1j4W1G8tdR1WOeGBmRvt8vB/76rVXR4do/07Ven/QQm/8AiqHn+HUFOztt91vPzGuFMW6jp80bpJ9et/LyPu7zI/8Anon50eZH/wA9E/OvhxPDDtpUmprean9mjmWFm/tGXO4gkcbvQGprrwfdWuj22qz3Gqpa3LskLHUZcsRjPG7pzS/t+ha/JL+vmH+quIvb2kd7bvftsfbvmx/89E/OgSx/31/OvhL+x4f+f7Vf/BhN/wDFVxWhi+vFdG1bVmc3Uka/6fKOA5AH3q9PKcXDNJyhS0sr6nNjOHcRhOXnktb9+h+kXmx/31/OmTyx+U37xfzr4Cj8L603iG40N9WvYbq33ecZdWdI02jJyxbFZHi+x1fQGvrW41PVIry0ODjUJGAI9DuwRXtvLaiTfMu5wPLppN8y7n6NDpRVLQGLaDp7MSSbWIknv8oq7XnHnhRRRQAUUUGgBvmR/wB9fzpPNj/vr+dfnhfG/v8AxPrG7VdUMj6vdxqBfSqB+/cAYDYArRt/CfiK48UyeGYLvVZNSjmMLoupSbVYHBJbdjHvXoxy6pKKlzLVXPQjl05RUrrXU+/vNj/56L+dPr84Ndj1DTYrof2tqqXFsxU4v5SAynB/ir9EtBJbQ7BmJJNtGST3O0VzYjDSoNKT3OfEYeVBpSe5dooornOcKKKKACmW/wDqI/8AdFPplv8A6iP/AHRQA+iiigAooooAKKKKACiiigAooooAKKKKACiiigBkX3pP97+lPpkX3pP97+lPoAKKKKACiiigAooooAKKKKACiiigAooooAKKKKACiiigAooooAKKKKACiiigAooooAKKKKACiiigAooooA80i+HuqLrFvd/bLRYJNTvZtQjBYma3ku2uIVHH3lYjPYbmwTWnpPhDUbTwj4O0iSa1M+iTQSXLKzbXCIynZxzye+K0NJ8daHqUPiGWJp4xoFxLBeCRMEmMsCy/3lJVgD3KkUyy8f8Ah+6tfDs0cswbxCqNZRGM79rKWBb+6OO/egDn7fwLq0fjM6i0Omkf2xJqJ1bzm+1tCwOLYptxgAhM7sbVHGa0PFvh1dY8Sarpt55i2OvaE9h5yDJicE5/R8j6VqweNdJm1ptOSK72C8axF2Yv3DXC53RhvUEEemQRWlq2vadpl2Le7l2EW0l1K5+7DEg+Z2PYUAclqOjePvEeizeH9ZudJ0u0lsZ7W6vLGZ5ZLppImjDBGRfKALb8bmOQBnHNc1428NeKJtOtdRutN0eO5t5tJsoLW1leWKbZfwsXkPlgqgx0wcDPNd/ovjK11O/tbc6Tq1nHeqWs7i5ttscwC7vXK8c/MBWzFrGkzQSTxanZPFE4SR1nUqjE4AJzwc8UAeeXXgfxPe6rNrol0uwv52u3EKyNNHC0lr5MZyUG/wCbBbIHHrWl8N/CuuaL4iv9V1XyFS6sLa2CDUJLpw8TSEkl0UBTvGABxiutTWrCWazW2mjuY7suEmhkVkGxcnJB/lVjT9S0/UA5sL62uhGdr+TKr7T6HB4oAy5dKnj8cN4iZ4haLpRtSoJ37vN35xjGMe9VfhzYyQ+GH+2Q7ftt1cXXlOv3VlkZgCPoRVy38VaTc+Jrzw7ayPPf2dt9omVF+VRu27c9N2e1aGjalbatpsOoWjEwyrkZ4KkHBB9wQRQBQ17SdKTRL5l0yyVhbyEEQLkHafar+if8gm2/65j+VM8Qsv8AYN/yP+PaTv8A7Jp+if8AIJtv+uY/lQBcooooAKKKKACiiigAooooAKKKKACiiigAooooAYv+uf6D+tPpi/65/oP60+gAooooAKKKKAPn39rUy2/ibwBqP2O8ntrd9QEzW9u8uzdFGFyFBPJrkb/x94cvJ7e5n8NeImnjSNH/ANHnCsFAHAEWQePU/jX1gRnrSYHoK8/FZdTxM+eTf4dPVeZlOkpO7PkS+8RJ4r+IPhVrDSNXiKaxZFvOs5eERhlmcooz+VfXgr5w+Md54gvPjffaPaeLvEOkWFtotrOkGnXhhUu8koZiMHnCismXR/FMUUMknxG8dhZlLRn+1vvAEj+76ivXy/JKkaV6b0bb1Z5lfNsNg6kqU73Wr07n1LRXy3eaL4rs3RLn4iePYmdBIqtqxBKnofu16t+zJqWqap8K4rjWNUvNTuo9SvoPtN3KZJWSO4dFBbvgACtMRgqmHipTtZ9joweZUcXKUad7re6senUGiiuQ9A+Mfh34ltvDFhfadrGh63K0kl3DLHFZzKQGuXcEN5bDpj863k8feHLfSLywtfDviOKS5z++NvMW244U/ueRnnjGa+r8D0FMYDz04H3T/SvKnlFKUnLmet+3XfoYugm9zxv9k0St4Z8RXT2tzBHcay8kQnhaNmXYgzhgD2r2igUV6VOCpwUF00NUrKwUUUVYwrwr9rfzYU8F3q2t3PDbapK0xt4GlKAwMASFBPU17rQazq01Vg4PZ6Ckrqx8laz460PULeBl0PxFDexQRw+b9lmKEIAM7fKzyP8AarN1/wAQjxX4y0SSx0nVkkk1qxkKvYzAKqOoJLFQO2a+xsD0FGB6CvNhlFKM1Pmd00+nT5GSoJO9xaKKK9Y2CiiigAooooA+Rv2hmnsvjpq91Jp+oSQT6fZrHJBaSSqxUPkZUHpkVxtvrCxTxyf2XrJ2MGx/Zs/OD/u19zzAb4uB9/8AoafgegryMTk1DE1XVk3d/wBdj6DBcR4nB0FQhFNLvfr8z47vvGmg3OunV/8AhEfEyTSSGSXCzcMRwUxDwQeec1ia/wCJF1XWbrUBousQefIX8sadOcfjs5PvX2/tHoPyowPQVNTJKNRNOT79P8i6PEuIpNOMVorfaenzZ+fet3E1zqmjzQ6TrLJb3LPKf7Om+UbGGfu+prX/ALUX/oGaz/4LZ/8A4mvu3avoPyo2j0FRLIMPJJXenp/kaQ4rxkZSkox19e1u58ayeMNFutH0uzv/AAr4klm0+IxCSOGVFdTIznK+SSPvEdag8YeLrLWryGay8O6/YQwx+WkDWksiIvYLiJcD8yeua+0do9B+VGB6CtJZLRlHlcn07dPkZQ4kxEJqairq/wDN130ufn54xuZr/wAL6jZWuk6y880DIi/2dMMn/vmtVdUAUf8AEs1np/0DZ/8A4mvu7aPQUuB6Cs3kGHcFC7016eXl5Gq4rxaqOpyxu0l16X8/M+LdG8Wabb6Hc6TqXhvxDdRS3Czq0NtLEVKqRjmJs9ar3fipJtAh0ldF1tUhunmV2sJ2OGAAX7nbHX9K+2cD0FGB6Cq/sOjy8vM+3T/IhcTYnmcuSN7367/efCX9qL/0DNZ/8Fk//wATXG+H01KybzJdD1nK3bygfYJeRvJH8NfpBgegpNo9B+VehlOEhlc5To6tq2pji+IcTirc8Vp69fmfEcni3QpPF3/CRzfDvxPNM0jSywyO5jLkcED7Pxg84Oa4jxtNfa5cajcW2heIA12xZVntZZHyT3fYoP5Cv0T2j0FMnA8luBXsrMKiTSS2t1/zPP8Ar87NW6W6/wCZW8Pqy6Dp6sCGFrGCCOQdoq7QOlFcBwhRRRQAUGiigD88bqLUtP8AFWrNLomrsU1i6lG2xlIYeexGCF7iun1fxVbXHjSDxRp3g3xNaXH28XlzHKJJFlw4bauIV28jvmvubA9BRtX0H5V3rMKiio2Wit1/zO5Y+ooqNlordf8AM/OfxJ/aWrPfPDoWsLJdSMyobCXgs2cZ2+9foZoSsuiWCspVhbRgg9Qdoq5tHoKWsMRiZV2nJbGOIxEq7TktgooornOcKKKKACmW/wDqI/8AdFPplv8A6iP/AHRQA+iiigAooooAKKKKACiiigAooooAKKKKACiiigBkX3pP97+lPpkX3pP97+lPoAKKKKACiiigAooooAKKKKACiiigAooooAKKKKACiiigAooooAKKKKACiiigAooooAKKKKACiiigAooooA8ot/A2vR6wJVjiS1v9UvTqY8wZa2N69xAw9T8zDHbea1dF8K6pa+DfA+nS20S3ekTW7XeHB2qiMDg9+SK6XTfF2g6hDrU1rfBl0W4lt7/KkeU8f3vqODyPQ1RX4heFXtbS6jvpHguraK6WRIXKxxSHCO5A+QEg9fQ0AczP4N1OfxqjRWt9Z6bHrJ1NgL1GtXOCS6pjeJGY8gnaDkjrV7xroLa14i1vR5pTAmu+Hns7efqEcFsj/wAfU474rsf7e0n/AISBNAW+ibUmhM/2dTlhGMfMfTr3qS+1PT7S9ht7qZElaN5QW6IiD5mJ7D3oA4vVv+E88RaBcaCujwaFLPp88FxfNOsiiRoWRDBsO4fOQ2SBgDGM1x3jbQtSXSra9bwtFp9vHLpFk1gJUIu5BfwHHy8bccbjz8xr0/RvG2g6tfwWdrNcK10pa1ea3eNLkAZJjZhhuOfpzXRN5bjDBWAOeeeRQB5NceE/Es2ry61Y6Ra2qu97JDYTyKURntPKTeFOMM/UA9K0/hV4c13SPEepX+pwXEdvc6fawp532dSJI2k3AJAqgLhlxnJ4616BLdwxXNvbkSFpywQqhKjaMnJ6D8anDKehzQBzjaXPD8Qn13y40sf7IMDSZAPmebvOR9O9V/hvZ7vCcv2qHMF7eXNwkbjjypJWZRj0wa118QaPLrdzocd5HNqFtb/aJ7dPmZEJwM+59KuaXeWt/p8N5ZOHt5UDIR6UAYWu+F/Dsei3skei2Cutu5UiEZBCmtrRP+QTbf8AXMfypviH/kA3/wD17Sf+gmnaJ/yCbb/rmP5UAXKKKKACiiigAooooAKKKKACiiigAooooAKKKKAGL/rn+g/rT6Yv+uf6D+tPoAKKKKACiiigAooooA+YPjNrGl6P+0Lqj6pf29msugWQjMrhdxEs+cfnS3PxC8BXGk2ULeJII7q0iZF2uhRiXLA5zkdfSvpS8sLG4Yy3FnbzSBcBpIgxx+NfI2k+L/iPq1o19H4m0m2R5pVSIeH7Ztiq7KBkjngV1Sz2GAoRVRaJ76+Z4eNyilVqyrTk1zafl/kb2tfETwjfvauPENjuitUhctOMllzk/rXpf7Jk0c/wejmhdZI5NW1FkZTkMDdSEEV5F/b3xK/6HDSv/Cbtf8Ks2/i74s28Qit/HtnFGOipoNuoH4CvNxXFODxEIwvZLyf+RWBwlHB1JVFNtyPq6ivlX/hNfi//ANFCt/8AwRwUf8Jr8X/+ihW//gjgrh/tzBfz/g/8j0/rFPufVVRt/r0/3T/Svl8+LPjQJYov+E8j8yYAxr/YMGXB6Y9c0l34q+M1rceXdePI4ZVH3X0GAHBp/wBtYO1+b8H/AJD+sU+59S0V8q/8Jr8X/wDooVv/AOCOCj/hNfi//wBFCt//AARwUv7cwX8/4P8AyF9Yp9z6qor5V/4TX4v/APRQrf8A8EcFH/Ca/F//AKKFb/8Agjgo/tzBfz/g/wDIPrFPufVVFfIOifEr4xahfarbN48toxYXQtwRokB3/IrZ9vvfpWp/wmvxf/6KFb/+COCqnnODg7OX4MbxFNdT6qor5V/4TX4v/wDRQrf/AMEcFH/Ca/F//ooVv/4I4Kn+3MF/P+D/AMhfWKfc+qqK+Vf+E1+L/wD0UK3/APBHBUjeL/jIsKTN4+hETkhXOhQYJHXFH9t4L+b8H/kH1in3Pqaivl278UfGu0VGuvHKwCQZQyaBAu4e2ar/APCa/F//AKKFb/8AgjgpvOsGnZy/B/5D+sU+59VUV8q/8Jr8X/8AooVv/wCCOCj/AITX4v8A/RQrf/wRwUv7cwX8/wCD/wAhfWKfc+ppfvxf7/8AQ1JXyo3jP4vMQT8Qrfg5H/EjgrKPxM+MX/CYLoP/AAnlrtOnm783+xIM5EgTbj8c1Uc5wcr2lt5MaxFN9T7Aor5V/wCE1+L/AP0UK3/8EcFH/Ca/F/8A6KFb/wDgjgqf7cwX8/4P/IX1in3PqqivlX/hNfi//wBFCt//AARwUf8ACa/F/wD6KFb/APgjgo/tzBfz/g/8g+sU+59VUV8sp4v+MkkbyJ4/hZIwC7DQoMLn1oXxd8ZWt2uB4+iMSsFL/wBhQYBPbNP+2sH/ADfg/wDIf1in3PqaivlX/hNfi/8A9FCt/wDwRwUf8Jr8X/8AooVv/wCCOCl/bmC/n/B/5C+sU+59VUV8q/8ACa/F/wD6KFb/APgjgo/4TX4v/wDRQrf/AMEcFH9uYL+f8H/kH1in3PqqivmHwp8QvidD8R/CWl6v4ut9S0/VdT+yXEI0qGE7fKkfIZeRygr6ervw+Ip4iHtKbujWM1JXQUyf/UtT6ZP/AKlq3KH0UUUAFFFFABRRRQAUUUUAFFFFABRRRQAUUUUAFMt/9RH/ALop9Mt/9RH/ALooAfRRRQAUUUUAFFFFABRRRQAUUUUAFFFFABRRRQAyL70n+9/Sn0yL70n+9/Sn0AFFFFABRRRQAUUUUAFFFFABRRRQAUUUUAFFFFABRRRQAUUUUAFFFFABRRRQAUUVXtb6zup7iG3uoJpbZxHOkcgZomxnDAdDgg4NAFiiiigAooqFLq3e7ktFnja4iRZJIgw3KrFgpI6gEq2D32n0oAmoqK3ube4Mot5o5fKkMcmxgdjjqp9Dz0rF1Xxr4P0q+ksNT8UaLZXcWPMguL6ON1yMjKk5HBBoA88tPCevw6xOsenulpreqXseptuA2wLfSzwydedyO6+uGFV9PtNeh8LeHvB994X1WPTIdNtxqctrFGzzsv8Ay753DCjHzH0OB3r2aC4hntkuYZUkhdQ6SKwKsp5BB7ioRqNh/Z8Wofbbf7JKEMc/mDY4cgLhuhzkY9cigDn7jR2T4i6dq1tp6JD9imW5nVACznywu49Sdq4+grB8d6Lda5r3iHRUm8mXVfDMlrZSMflD7mDD/wAeXPtXpGarXP2L7bbef5H2n5vs+/G/p823v064oA4PVdV8Ua1oEmk6L4XutI1M6fOn2q62pHZzeSyx+UwJ3HeV5GOM1w3irSTa6Kklh4a1HS9LaXSbe8tC2yS7uPt8OcYblypIL5BbI5r2nTPEnh/VNQm0/Tdb068vIM+bBBco7pg4OQDkYPFX7q3t7uNY7mGKZFdJFWRQwDqwZW57hgCD2IBoA8f/ALC1yHUzfaL4furfS0e+ks9P3+Rs3We1RhT+7DydMdM54rV+Duj6ppfiLVJZ9JOn2FxYWoRUtBboZlaTf8u9izYKZc8tivS3uraO6itHniW4lVnjiLDcyrjcQOpA3DP1FTUAcrFpDW3xPl1aGxSGzk0gpLOiqoaYzbjn1OOc0z4Zwu/hObJkSGe+upICpKkRNKxXB7cVtS65oTX1xpMmrac13FEXntTcIZETHJZM5A5HbvV60FutrEtqIxAEHliPG3bjjGOMYoAwdd0SFNFvn+36o2Ldzhr2Qg/KevNa+if8gm2/65j+VN8Q/wDIBv8A/r2k/wDQTTtE/wCQTbf9cx/KgC5RRRQAUUUUAFFFFABRRRQAUUUUAFFFFABRRRQAxf8AXP8AQf1p9MX/AFz/AEH9afQAUUUUAFFFFABRRRQAj/cb6V8V+CLiBPD6K08SsJ58guP+er19qkZGK4Gb4L/CiaZ5pvh/4eeSRizsbNcsSckmvPzHALG01TcrWdzKrT9orXPA/tVt/wA/EP8A32KPtVt/z8Q/99ivef8AhSfwk/6J54d/8Alrxz4r+G/Ceg/EmPwr4b+F3gaSL+yI7+SW9sznLSyJtG3/AHBXk0+FXUkoxqXb8v8AgnHWowowc5yskZP2q2/5+If++xR9qtv+fiH/AL7FV/7Bg/6Jd8M//AOSj+wYP+iXfDP/AMA5K7P9RsT3f3L/ADOD69gf+fy/E6y91TQbo6XcrrjW0tvbQwSCNfmQr1ZTn3qn4r1fTL67t2tbuJxFbJEzA7VJXPQE5AxXP/2Db/8ARLvhn/4ByUn9gQZB/wCFX/DP6fY5K3nwfipRa7+X/BLeY4Fr+KvuZZ+1W3/PxD/32KPtVt/z8Q/99iq/9gwf9Eu+Gf8A4ByUf2DB/wBEu+GX/gHJXP8A6j4nu/uX+ZH17A/8/l+JY+1W3/PxD/32KPtVt/z8Q/8AfYqv/YMH/RLvhn/4ByUf2DB/0S74Z/8AgHJT/wBRsT3f3L/MPr2B/wCfy/EwvB9xbjWvE+Z4hnUwR845/cx10v2q2/5+If8AvsVW/sG3/wCiXfDP/wAA5KaunaTZajpi6p8K/h21pdX8FrJ5Fm+8CRwuRnjjNPEcG4jWpJtJLt2XqaQxeDqzUYVVdlv7Vbf8/EP/AH2KPtVt/wA/EP8A32K95HwT+En/AETzw7/4BLR/wpP4Sf8ARPPDv/gEtef/AKsr/n5+H/BO/wCqeZ4N9qtv+fiH/vsVujUdDufC1tZTarHBcW8ssgXbuDbguOQeOleuf8KT+En/AETzw7/4BLR/wpP4Sf8ARO/Dn/gEtaU+HVC/7y9/L/glLC26nlHizWNIns7S1sNX+1pGS8rzH53kIGWJJ9sAVzv2q2/5+If++xXvP/Ck/hJ/0Tzw7/4BLR/wpP4Sf9E88O/+AS0VeHlVlzOp+H/BCWFu73PBvtVt/wA/EP8A32KPtVt/z8Q/99ivef8AhSfwk/6J54d/8Alo/wCFJ/CT/onnh3/wCWs/9WV/z8/D/gi+qeZ4N9qtv+fiH/vsVyzXFv8A8LYR/Pi2/wBhMM7xjPnivp+X4KfCUPHj4e+HeWwf9CX0NP8A+FJfCTP/ACTvw7n/AK8lrSnw6oX/AHm6tt/wRrC26ng32q2/5+If++xR9qtv+fiH/vsV7z/wpP4Sf9E88O/+AS0f8KT+En/RPPDv/gEtZ/6sr/n5+H/BF9U8zwb7Vbf8/EP/AH2KPtVt/wA/EP8A32K95/4Un8JP+ieeHf8AwCWj/hSfwk/6J54d/wDAJaP9WV/z8/D/AIIfVPM8f8P6no6afqVle6jHb/aUQI4G/kNnsac+u2K+GrrR/wC0VlUXSvb8gLtG7J9icivXv+FJ/CT/AKJ54d/8Alo/4Un8JP8Aonnh3/wCWt1kNopKp0a27/Mr6tpueDfarb/n4h/77FH2q2/5+If++xXvP/Ck/hJ/0Tzw7/4BLR/wpP4Sf9E88O/+AS1h/qzH/n5+H/BI+qeZ4N9qtv8An4h/77FH2q2/5+If++xXvP8AwpP4Sf8ARPPDv/gEtH/Ck/hJ/wBE88O/+AS0f6sr/n5+H/BH9U8zwHR5oZPiz8PFjlRz/b2cKwP/AC7zV9f1xeh/Cj4baHq1vq2j+CdDsb+2bdBcQ2iq8ZxjIPbgmu0r3cDhFhKKpJ3OilT5I8oUyf8A1LU+mT/6lq7DQfRRRQAUUUUAFFFFABRRRQAUUUUAFFFFABRRRQAUy3/1Ef8Auin0y3/1Ef8AuigB9FFFABRRRQAUUV4p4u+I/jmH4ha74e8P2WhfZNLMK+ZeGTe5kjD/AMPHesMTiqWFpurWlaK6mlKlOrLlgrs9rorwj/hYHxX/AOfTwn+c1H/CwPiv/wA+nhP85q8v/WPLP+fy/H/I6v7NxX8h7vRXhH/CwPiv/wA+nhP85qP+FgfFf/n08J/nNR/rHln/AD+X4/5B/ZuK/kPd6K8I/wCFgfFf/n08J/nNR/wsD4r/APPp4T/Oaj/WPLP+fy/H/IP7NxX8h7vRXhH/AAsD4rf8+nhP85qP+FgfFf8A59PCf5zUf6x5Z/z+X4/5B/ZuK/kPdIvvSf739KfXg6+Pvisuf9E8J8nPWal/4WB8V/8An08J/nNR/rHln/P5fj/kH9m4r+Q93orwj/hYHxX/AOfTwn+c1H/CwPiv/wA+nhP85qP9Y8s/5/L8f8g/s3FfyHu9FeA6j8SfipZWFxePZeFGWCJpCAZskAZr2PwFrE3iDwXo+uXESRS31nHcOifdUsoJArvweYYbGpvDz5rbnPWw9Whb2itc26KKK7DEKKKKACiiigAooooAKKKKACiiigAooooAKKKKACiiigCh4i1S30TQb/WLoMYbO3ed1QZZgqk4A7k4wB6149oNv4q8J3DXmqWi2M3iGwuPPuLZjcOt/teaNim0c7dyBec7FHevcKMCgDwKHxNrT6GV/wCEmlEMV5F5t8bpjbTAxPmPz9mYTuCkgg4OF74oufFXiuZkaTU7vTWNlC2lrcMQ93ISQzBFj/fknAxx8pBwM5r3zaPQUYHpQB5Cp8SXmpadNN4h1iD7b4nuNOniiZQkdssE7gKNvB3RLhuvOK5u01W8j1XVLu/8Qaraap/YltHY7F5vZkubwIrfL87Yx8vcMTjjj6DxRgUAeMDV/EHh7TLzXo45iza1c213aKmQ0k0cYjfH+zKFH0Zq6jxHYXEWo+AIrxmurmPUCLiZlBLN9kmyTj3rrtV0ay1S5sp7xZH+xy+dEgkIQvxgso4bBGRnoa0TQB4rqHibVG+IP2e31K8jVNbNnNZySZKwbSM+UEwsZOCrk85Hriud0q8uG8G+F9N0zVtQ1FVtrL+1bWZfls2WaDyxjaNncD+8o3c9a+iVeJtxVlO04bB6H3pPNh+X94nz/d5HzfSgDx/wZrvii78dRW2o6my3Z1G7S805ix8q3Vn8o+Xswi7QhD5w2epzgbfxAttW1LWfEmn6Y7rqB8LyrpmG2nzHLBip7HIUZ7Zr0bzIt+3cu70zzVa5sbOTUra+kUC6hVkjYNglWxke44FAHml14h8O3GhWtv4I0U3ev6bp1w2n2qW7I2nSLAwVJVIG3LBU2nqTntmsDWvE97baWZdF8V6vd6eTpq3966b5LaaS8iSRFG3hzGzZjwSPQV7jHNBJI0cckbOv3lDAkfWq+r6XZarbR297D5kcdxDcqMkYkikWRD+DKp/CgDxq48Tava6pqE2nalqepaLBp2oSWN2iCWSQqtvyrFfmCsz4PI69cV1Pwf1i+1DVtdtZ9Se/tIlgktpDOZ1+ZW3bZCq7hkduAa9HJVSFJAJ6D1p2KAPEfCC3EPifTNOu5YL6/GsXrX1g9mA9pCyTf6T5nUZBRMk4YPgV6H8MGnuPAdmrSOuPNjhkxz5Ydgh59gK6S7jhnglt5GwJEKthsHaeDRYW9vaWUNtaoqQRIEjVegUDigDF17TrxdEvmbWLtgLeQkFE5+U+1auif8gm2/65j+VN8Q/8gG//AOvaT/0E07RP+QTbf9cx/KgC5RRRQAUUUUAFFFFABRRRQAUUUUAFFFFABRRRQAxf9c/0H9afTF/1z/Qf1p9ABRRRQAUUUUAFFFFABRRRQAGvnb4wf8nCH/sVYP8A0qmr6Jrg/H3wo8J+NPEEevax/acd9HaraCS0vXgzGGZgDt68sa6MJXVCtGo1exyY/DPFYeVJO1zyaivNbu88KjVtTs7Hwf4nuYbG/uLPzW8VyJvMUjITjHGdtN+1aD/0I/iX/wAK9/8A4mvTnxZg4ScZWTXmjxIcAZhUipxTaf8AdZ6ZS15l9q0H/oR/Ev8A4V7/APxNIbrQsj/ih/EmP+xvf/Cp/wBb8D3X3ov/AIh7mfZ/+As9u1zyVv4NThuLG4jEcQ8rzAxyEAOV+orP8SzRT69eTQMjxtJlSvQj2ryL7XoX/Qj+Jf8Awr3/APiaPtWg/wDQj+Jf/Cvf/wCJrCnxRgYNPmWitujpq8C5nUTXI1d32Z6ZRXlN9rPhmzntIZvBHicPdS+TFjxdIcttLc8ccA1a+1aD/wBCP4l/8K9//ia6Xxbgkk7r70ci8P8AMW2knp/dZ6ZWN4o/1uh/9huy/wDRy1xn2rQf+hH8S/8AhXv/APE1Np+paDZ6jaXy/D/XJ5LWdJ4luPFTSJvU5UlSuDzWFfivBVaUoJrVd0dWE4DzKhXhVcW7NP4WfbYor53H7Reuf9E7H/g2T/4ij/hovXP+idj/AMGyf/EV89/aOF/5+L7z63+x8d/z5l9x9EUV87/8NF67/wBE7H/g2T/4ivVfg544/wCFheC08RHTW01jdTWzW5lEm1o3KH5gBnkVtSxNGs2qck/Q58RgsRhknWg437o7OiiitzlCiiigCOX78X+//Q1JUc334v8Af/oakoAKKKKACiiigAooooAKKK434x+OF+HngW48TNpzaj5M0UIgWQIWMjhByQcdaAWp2VFfM3/DUl//ANE9f/waL/8AEUf8NSX/AP0T1/8AwaL/APEV0fVK/wDIzo+q1v5WfTNFfMc37VN3BE0s3w/dY15YjUlOB9NtfSunXH2zT7e727RNEsm3PTcM4rKpSnTdpKxlOnOm7SViemT/AOpan0yf/UtUED6KKKACiiigAooooAKKKKACiiigAooooAKKKKACmW/+oj/3RT6Zb/6iP/dFAD6KKKACiiigAr521X/ks/jn/rrZ/wDogV9E1534r+DvhDxJ4ju/EF9JrMF9dhPPNnqMkCvtXaCVU+leXnGXyzDCSw8ZWbtr6O51YLELD1lUaucRRXS/8KD8E/8AP/4o/wDB3P8A40f8KD8E/wDP/wCKP/B3P/jXxX+otb/n8vuf+Z7f9uw/kf3nNUV0v/Cg/BP/AD/+KP8Awdz/AONH/Cg/BP8Az/8Aij/wdz/40f6iVv8An8vuf+Yf27D+R/ec1WnoYjeC+geaGJpIQEMrBQTuB61pf8KD8E/8/wD4o/8AB3P/AI0f8KD8E/8AP/4o/wDB3P8A41tQ4KrUpqXtU9+j6qxFTO4TjblZBbtp1voV7atcIbth8xADBsHgK2eawa6X/hQfgn/n/wDFH/g7m/xo/wCFB+Cf+f8A8Uf+Duf/ABq8RwbWrKK9pFKKton/AJk0s5hC75W767nNUV0UfwF8FEvm/wDFHDYH/E7n/wAaf/woPwT/AM//AIo/8Hc/+Nc3+olb/n8vuf8Ama/27D+R/ec1RXS/8KD8E/8AP/4o/wDB3P8A40f8KD8E/wDP/wCKP/B3P/jR/qJW/wCfy+5/5h/bsP5H95xPij/kWtT/AOvSX/0E1698GP8Akk3hb/sFwf8AoArlZPgB4GkjaOS88TujAhlbWpiCPQ816XoOl2miaNZ6RYIUtbOFYYVJyQqjA5r6fh/JJ5TCcZT5ua34Hl5hjli3FpWsXaKKK+iPOCiiigAooooAKKKKACiiigAooooAKKKKACiiigAooooAKKKKACiiigAooooAKKKKAPB9Fa403UvEGl25kCeLtZ1CFCM4SeO9ljkPtmAr/wB+qyfD8VqPAbm+2HULTw1ph0IyH94rkuMxd9xkCg45xtzX0OtnaKVZbeEFXaRSEHDNncw9zk5PfNRNpems1uzWFoWtv9QTCuYv93j5fwoA8ntobSz+ILa8lxpOr6he68bWSFrMrd2uIgnysx3YVUBzjaQxI65rb+Ik2sTap4ij0nzDqFj4all01UHzec+4FlH975VA+tegDT7EX5vxZ2wuyu0ziJfMI9N3XFRT6XbS6zb6r8yXMMbRAqeGRsHB9eRmgDzK6vPAuhaFaa14PtobzWY9NubiwSz+aW6KQM+Ljb8xBIAJbncR3qnrvjHWtLtI0tPFltfRXCadLLqBhQpaefdxROeONpR2IB5GK9ctdM021uZbm1sLWCeY5lkjhVWf6kDJqhqnhbRL/T/sLWMMEBvILx1gjVN8kUqyruwOfmQZz1GaAPN73xXfWPiALcX0d/aaa98Y9Q+zq77Us/MONuMlTwcYz0ra+FfiPWdU8Sappmp3TTRxWFrdReY8LSKZDIGz5RKgfKpAySM13sGm6fBDHDDY20UcW7y0SJQEyMHAxxnvRY6bp1h/x42Nra8Y/cxKnGc44HrQByFppy2/xmvZHuLm4F3oe5lmfciDz8bVHQDFXvhvLdS+E5YY5FJtby5trZ5ASNiSsqZ9RgCunlgjdmk2qsrIU80AbgPTP15qDRtOttJ02GwtFIiiXAycknqSfcnJoAxNdi8Uf2Le+ZeaQU+zvuC2sgONpzj5629E/wCQTbf9cx/Km+If+QDf/wDXtJ/6Cadon/IJtv8ArmP5UAXKKKKACiiigAooooAKKKKACiiigAooooAKKKKAGL/rn+g/rT6Yv+uf6D+tPoAKKKKACiiigAooooAKKKKACg9KKD0oA+FLH/kL+JP+xh1H/wBKZKu17Xffs3aLPqmoX0HjDxFaC9vJrt4omi2K8rl2AymcZJqL/hmvS/8AoevE/wD31D/8RXymKyGvWrSqRkrN36n3mB4pwuHw0KUou8Ul0/zPMvA6W8njHR47pY2ga9iEgkxtK7hnOeMV0vhfRb3TvFxW+02zktZJQZEkkiY+UXwSuTjHr3x6V1H/AAzXpf8A0PXif/vqH/4imn9m3TPMVf8AhOvE/IJ+9D/8RTo5HWppXadnff8A4BGJ4mw9VuyaTVtvx+JHkWopHHqFxHE6PGsrKrJ91gCcEe1QV7N/wzXpf/Q9eJ/++of/AIij/hmvS/8AoevE/wD31D/8RWD4dxDd+Zfj/kdkeL8IklyS/D/M+ePFv/IW8Of9hL/2jJXQ16/c/sw6Hcy28k/jbxM728nmREtF8rYIz9z0Jqf/AIZr0v8A6HrxP/31D/8AEVpPIK8oRipLT17+hlT4swsZzk4S1a7dku54zXW2+jS6l8PbSbT7WGW5i1C4M7B0VxH5ce3OSCRnd+tdz/wzXpf/AEPXif8A76h/+Io/4Zr0v/oevE//AH1D/wDEUqfD9eN+Zp3Xn/kKvxXhp8vLGSad9l/mjz3xSbGTwz4dltbWC3kaKcTCPliRJgFj1ziubr2b/hmvS/8AoevE/wD31D/8RR/wzXpf/Q9eJ/8AvqH/AOIpVMgxE5c3Munft6FUOK8JShy8snq+3V37njNe9/sf/wDJID/2GdQ/9KGrK/4Zr0v/AKHrxP8A99Q//EV6b8LPBNj8P/CUfh3T7y6vIVuJZzNckb2eRizZwAOpr08pyypgpSc2nfseLn+d0cxhCNOLVn1Orooor3D5gKKKz/EurW+g+HtR1y8SV7bT7WS6lWIAuURSxABIGcD1oAuS/fi/3/6GpK+fR+1R4NmWKWPwj40ZOGBFlDyCP+u3vUn/AA1P4O/6E/xr/wCAUP8A8ero+q1/5H9zMPrVD+dfej36ivAf+Gp/B3/Qn+Nf/AKH/wCPU2X9qzwVDG0kvhLxnGi8szWcOAPX/XUnha6V3B/cwWKoN2U196PoCiobK4S7s4LqMEJNGsig9QCMjNTVgbhRRRQAV41+2R/yQ69/7CFl/wCj0r2WuV+Kfgmw+IPg+fwzqV3dWlvNLHKZbfG9SjBhjII6inF2aZUXZpnx58J7e1uviDpVvexwSQO7hlmA2H922M5464rqvhx4W1bTbjUG1fR7CSCGNZJIJWhkluM5AijJbCgnkt1AHFdrrH7M3hfS9IvNTuPGXihobSB55AhhLFUUscfL1wK8Jhl+FM0KTRy/Fl0cBlYWlngg9D9+vdeN9u3yRf3X/U9OvmtBaydr9/8AhzC8RDbpt4NoTCt8oPT2r9EvDn/Ivab/ANekX/oAr4LdfhTIpSUfFl0P3lNpZ4I9Pv17/Y/tQeDLSygtU8IeNikMaxqTZQZIAx/z29q5scquIknGnLTyPPxuaYbESTjNaea/zPoSmT/6lq8Cm/as8FwxNLJ4R8aKijLE2UOAP+/1NP7VHg2aDcnhHxowYAg/YocEf9/q4fqte9uR/czj+tULX5196PoKivAf+Gp/B3/Qn+Nf/AKH/wCPUf8ADU/g7/oT/Gv/AIBQ/wDx6n9Ur/yP7mH1uh/OvvR79RXz9cftW+CreB5pvCXjSONBuZjZQ4A/7/UD9qzwWQGHhHxoQf8Apyh/+PVDw9VOzi/uNqUlWu6bv6an0DRXz/8A8NWeDf8AoUfGv/gFD/8AHqP+GrPBv/Qo+Nf/AACh/wDj1L2NT+V/ca+xqfyv7j6Aor5//wCGrPBv/Qo+Nf8AwCh/+PUf8NWeDf8AoUfGv/gFD/8AHqPY1P5X9wexqfyv7j6Aor5//wCGrPBv/Qo+Nf8AwCh/+PUf8NV+Df8AoUfGv/gFD/8AHqPY1P5X9wexqfyv7j6Aorhfg/8AE7RfidpmoX2i6fqlithci2mjv4kR9xUNkBWbjBFd1UNNOzIaa3CiiikIKZb/AOoj/wB0U+mW/wDqI/8AdFAD6KKKACiiigAooooAKKKKACiiigAooooAKKKKAGRfek/3v6U+mRfek/3v6U+gAooooAKKKKACiiigAooooAKKKKACiiigAooooAKKKKACiiigAooooAKKKKACiiigAooooAKKKKACiiigDxXQ/EGs2V14o02bULiaTWdTvE0lnbJhkS8kt3RPQKnlOB/vU3SpNRvvA3hhode1S78S3ul2v2SFJiqREHMlxLjqpzzu64AHWvWF8O6Itxb3A023823uZbqF9vKSykmRx7sWJP1rMf4f+D2nim/sSBZIoEt42RmXbGn3V4PQZNAHHWOoak2pR65JqF2bt/Fc+lNbeYfK+zozxqAnQfKgfPXmtX4ia9qun3evT6buaTRfD019BEORJM27aSO4UJ0rq4/DOhprh1pdOhF8W3ebz97bt3Y6bsDGetPudFjl8RxaykgVvszWs8ZTImjJyAfoc/nQBxt8ml+C9Gj8VHxJqN68NhPcvFJdeYNU2QNIdqngHClht6fSq2teOvFWixw2t1a6Jc394tjJatEZFhQT3UcDI5JJO3zMhxjOPu9q6/TPBXhfTblriz0e3RyjRgHLKiMMMqg8KCOMCs3Wfhz4evNGOmWdrFZxvdWk0p2l98cE6S+VyeFOwrx0znFAGHd+NNStfEsOn6qth59hJdia4SR4bdlS181WIJbaOxzux1Favw68X6lr2t6jpeopbsbe0t7qOaGzmtwRKXG3bLywGzhxgHPQVuReD/DcdsLf+ybdox5vDgsT5ibJMk8nK8HPap9C8M6JolxJcaZYRwTyxrE8gJLMiklVJPYZOPrQBgWw1QfFm9s73VZLixn0bzYbZUCJD++28Y5LY6n+VX/AWoX154Wk3bbi6s7m4tFaRyol8qRlBLAHGQBzg1uy2Fu162oRxRrfGAwLOVyQmd2Ppnmq/hrSY9E0eHT45DKVLPJIRgyOxLM34kmgDH1y58WHRr0S6Loqp9nfcV1WQkDac4H2cZ/Ot7RP+QTbf9cx/Km+If8AkA3/AP17Sf8AoJp2if8AIJtv+uY/lQBcooooAKKKKACiiigAooooAKKKKACiiigAooooAYv+uf6D+tPpi/65/oP60+gAooooAKKKKACiiigAooooAKKKKACiiigAqNv9en+6f6VJUbf69P8AdP8ASgCSiiigAooooAKKKKACiiigAooooAKKKKACuU+MX/JJfF//AGBLz/0S9dXWT4y0c+IfCWr6CLj7OdRsZrXzdm7y/MQruxkZxnOM0AfAGkf8gmz/AOuCf+giuwGhif4fWmrWlnNNdtqM0MrRgtiNY0IyB05Y16BF+y34it4YIE+JNptUCNc6H0AH/Xb2rRs/2cfG1nC0Np8WVgiY5ZI9HZVJ+gnr7WXEGG5IqN7ryPhY8OYrnk5Ws79f+Aee+NNHsdO8J6VcNo8mm6jcvuC+Yz5g2DDSE8BmbJAH8PXtXnPiX/kA3n/XI19D3n7OPjW8hSG7+LCTxpyqSaOzBeMcAz1n3f7K2v3VtJbzfEq1MbjDAaHg4/7/AFZrPcMqEoNtt3/H5mj4fxXt41Ekkrde3yPpbw5/yL+m/wDXrF/6AKv15XcfG74YeG7mXw7qHiRhe6U32O5VbOZtskfysMhSOo9aZ/w0R8Jf+hkk/wDACf8A+Ir5FU5vZH2bqRWjZ6vRXlH/AA0R8Jf+hkk/8AJ//iK7XwD428N+OtKm1TwxqH221hnNvI/lMm2QAEjDAHowpOEluhqcZbM6KiiipKMP4g/8iF4h/wCwXc/+imr4C8O/8gCw/wCvaP8A9BFfoX4h0/8AtbQNR0vzfJ+2Wstv5m3OzehXOO+M1802n7K/iG2tYraL4lWmyJAi50PnAGP+e1e3kuYUsFOUql9V0PCz3Lq2OpwjSto+p57Y6It54AuNTtrOae9j1RIMxgtiIxOx4HuBzV/WdFs0+HUWqLpMllfQ3kUUpdny8bxuQ3zcHJXjb0A5616FZfs3+NLJGSz+LCW6ucsItHZQT74nptx+zZ4xuIEt5/itHLEhyiPoxKqfUDz69Z57Qc78zte+34bnirh7EKFrK9rb9e+x8+6//wAgS9/64P8AyqXSv+QZa/8AXFf5V7hdfsr+Ibm2kt5PiVabJFKtjQ+x/wC21Cfst+Ire2VE+JVoVjUKP+JH2H/batlxBhPa8+trW28zN8N4z2Khpe99/L0PPrXQ1uvh42rWtnNNerq32dmjBbEXk7uQPfvT/EWn6RD4I0LUtOguEuLia4iunmcEuyCPoBwACxx39a9Nsv2cPGtnC0Vp8WEt43OWWPR2UE+4E9QP+zJ4qeJYW+J9s0aksqnRDgE9Tjzu+BWaz7D8923a99vLbct8PYnkskr2tv1vvsfPviz/AJFrUP8Arg38qlt/9RH/ALo/lXud9+yp4gvLOW1m+JVr5cqlWxoeDg/9tqVP2V/EKoFHxKtMAY/5Af8A9urnxWc4erV5o3tbsfW8J0JZVSqRr7ya21PDqK9z/wCGWPEP/RSrT/wRf/bqT/hljxF/0Uq0/wDBF/8Abqw/tWh5n1v9qUPM4nUfC32fxzptnY+HrrULS5t7cpbqzIs0jwhj8/YbiSfYHp1rD+IVlYad4nms9Ph8mONEEigsU8zb8+wtyVznBNexr+zr48VY1X4wOBFjywNKb5MDHH7/AI4OKqXn7Mfiu8nM938UoZ5SMF5NFLMR9TNWEMypqSbb2MYZjTTTbZ4PRXuX/DLHiL/opVp/4Iv/ALdS/wDDLHiL/opVp/4I/wD7dW/9q0PM2/tSh5mz+w9/yA/GP/YYT/0QlfRVeZ/AH4X3Xww0nVrO719NZl1G8FyZUtPs4TCKm3G5s9M5zXpleBWmp1JSXVng1pKdSUl1YUUUVkZhTLf/AFEf+6KfTLf/AFEf+6KAH0UUUAFFFFABRRRQAUUUUAFFFFABRRRQAUUUUAMi+9J/vf0p9Mi+9J/vf0qHVb610vS7rUr6TyrW0heeZ8E7URSzHj0ANAFmivJ1/aK+EbKGXxNIQRkEWM/P/jlL/wANEfCX/oZJP/ACf/4ir9nPsR7SHc9Xoryc/tFfCQAk+JZAB1P2Gf8A+Ir03RtSs9Y0q11TT5vOtLqJZYZMEblYZBwaTi47opSUtmW6KKKkYUUUUAFFFFABRRRQAUUUUAFFFFABRRRQAUUUUAFFFFADZZEiieSRgiIpZmJwAB1NeS+APiJcX2qavJdXD6jFd2c2p6ZaRx7XSOMkeSOBlmUI3fl69R1rTbXWNIu9KvhI1rdwvBMqOUYowwwDDkcE9Koat4W0PVIrOK7shss1dYBG5j2q8ZjZflI+UqxGPp6CgDi0+KVw2jLeDRbUym5WF9t8xigBjZ90p8ren3dv3MZI5xzRefFqCOUJBpMc/kW0U92qXm5vn52w7UIkIAzyU7Dr06FPh74fQM6yaoLourC7/tCXzxtUqF35zt2sRg8HPPNIvw68MRokdvDeW0fliOZIbyRFuFBJAlwfn5J5PPOOnFAGS/xC1aW/gisvC8c1tdarLpVrK+obC8yRvJuZfLO1NsbZOSQexrM0/wCIOvXGsapfwaKJ9PtdHtbq4t2vAv2ZvOukl2HYfMZhGMZ2jCdRmu9j8L6LG9s6WzA2uoPqMX7xvlndHRm68jbI4x059qypPhz4XaZ5UhvYTJCIJlivZUWaIO77HAbDDdIx/HHSgDG0bx+baS6uNUV5NOnv7xILksB5QjiSSOIrjncvmYOeq45zUPiRNavNU8K3kfiHXdHXXboR3FlDNEyQL9neTCEx5zlBknPetnxP4HtdRsoNJs7W2i06bU1v74u7bwylSBGOnO3aeQAOxrp9Q0mxv7rT7m5hLSafMZrYhiAjlGTOB1+ViMGgDirjx82n+JYfDrWkc8f2sWAuTehrgvsz5jIqbQM8feB/2RXPW/j3xHH4H8Nf2lafZrvVYLN4L1LgSNN+8iEhdNoCblYkYJ4PY13Z8A+Hf7Ta/wDLvN5vTfiIXkgiW4bO6QJnGTk57c1DZfDfwtawQW6wXksNqqJaxzXssi26q6uAgLfL8yrn6Y6cUAZnhz4mW+s+I4tPg00/Y7i7mtIJ1lZpN0TMpZ02YVCUbB3E9MgZqbx94qvtGutZuLNDImiaFNqLQ9ppDnYG77RtJNbWneDdD0/Vv7RtUukImknSD7U5gjkkJLusedoJJJ6dSfWpr7Qln8TrqmIpIJ7J7O9hkGRIhOV479WBz2NAHOzpf+EdOTxNq3jS7v7a3s5bjUoZ0jKXASIuTAqhdhG0kDJyOvPNQ6n8Q9U0mJItS8Lql/cfZGtLeK/DiRZ7hIAGcoNrKZASMEHse9bFl8PfDNsyh4by8gjheCC2vLyWeGCN12sqI7EAFSV+hx0rN8QfDTTbvRxZ2M135purEtNdXssjpbwXMcpjRiSV4QgY7kc0AVn8fXEXiWXT9Q057a80+yu5riCK+VrdzGIWX52RSciTgnbjnIPGNrwB4xPia61Kzls4LeaxMZLW9yZo3VwSMMyIcjBB4/GiX4deFp4plurW5upJ4ZoZpprqRpJFl2bssTnP7tMHtjitPw94Y0vQ7u6vLM3clzdqizzXFy8rOEyF+8TjGe2KAOSv7rXdO8e6Xp82uXstrqz3MTytCi2qHy2aKKIjLCUbSck4IVu+K6jwTrE+q+ErbULiNpLlQ8cwUcs6MVJH1Iz+NQf8IZpNvfnU7NLhrqJ5J7SKa6ka3gndSDIsZOFJDNzjjJxjNaXhXSV0PQLTTFfzGiT94/8AfcnLH8STQBS17VJ20S+U6Rfrm3cZKrgfKf8AarV0T/kE23/XMfypviH/AJAN/wD9e0n/AKCadon/ACCbb/rmP5UAXKKKKACiiigAooooAKKKKACiiigAooooAKKKKAGL/rn+g/rT6Yv+uf6D+tPoAKKKKACiiigAooooAKKKKACiiigAooooAKjb/Xp/un+lSVG3+vT/AHT/AEoAkooooAKKKKACiiigAooooAKKKKACiiigAooooAjm+/F/v/0NSVHL9+L/AH/6GpKACiiigD4E8Yj/AIuZ44/7GW+/9GGtfWtD0/T7zw4Nl5JBqGnwXVyI8M+53YME4x0UYz610/xN+EPivS/E/iLxLd6z4VsNK1TWJ7uGW+vXiIErllU/IRnHvWPCPFkNrb2sXxS8DpDbBRCg1t8RhTkAfu+MGvsMNm+Hp4enDms0td/8mfF4rJcTVxNWpy6N3Wq/zRm/EDSdM0fVLa309LiGRrZZLq2nlWVreQk/IXCgE7dpIxwSRXtf7E3/ACI/iX/sPyf+iYq8a1nStb1m5FzqvxH8BXcwG0PLrLk4zn/nnXrn7N+seE/h94V1TT/EHjzwrJdXupvdj7Jf70VSiKBlgOflPauHNcwo4jCwpxleSeu/6noZPltfDYmdScbRa02/Q+haK4z/AIWt8Nv+h20P/wAC1/xq5H8QfBMmjy6xH4p0ptOilEMlyLhfLVyMhSfUgGvnT6Sx09FcZ/wtb4bf9Dtof/gWv+NH/C1vht/0O2h/+Ba/40Dszs6K4z/ha3w2/wCh20P/AMC1/wAaT/ha3w3/AOh20L/wLWgLM7SmT/6lq47/AIWt8N/+h30L/wAC1ps3xW+G5iYf8Jtoef8Ar7WgLHbUVxf/AAtb4bf9Dtof/gWv+NL/AMLW+G3/AEO2h/8AgWv+NAWZ2dFcX/wtb4bf9DtoX/gWtdlG6yIrowZWGQR3FAh1FFFABRRRQAUUVx9z8UPh5a3MttceM9EimicpIjXSgqwOCD75oA7CiuL/AOFrfDb/AKHfQv8AwLX/ABo/4Wt8Nv8Aod9C/wDAtf8AGgDtKK4v/ha3w2/6HfQv/Atf8aP+FrfDb/od9C/8C1/xoA7SmW/+oj/3RXHf8LW+G3/Q76F/4Fr/AI0yD4rfDcQoD430IEKP+Xtf8aAO3ornfDvjjwh4ivjY6H4k0zUboIXMVvOHbaOpwO1dFQAUUUUAFFFFABRRRQAUUUUAFFFFABRRRQAyL70n+9/Sud+K/wDyS7xZ/wBgW8/9EPXRRfek/wB7+lZfjfTJ9a8Ga3o1qyLPf6dcW0TOcKGeNlBPtk0AfBHhKBLi30m3kyFlSFGI64IArs7Pw3pLfEyTw7e3F1BYi9a3jZEDSP8ANtVc8AZ9f0rc079nr4qWUFtHFP4a3QIqq/2yUHKjg/6v2rav/hF8cL+6t7q81nQp57aTzIZH1CUsjccg+X14FfbyzrDNJRnbS2z3+4+DWRYrmblC+t91t954x4lgS3XUoI87I/NRc9cDIr7e+DH/ACSbwt/2C4P/AEAV83337PfxTuo51km8M7pg25jeyk5PU/6uvqH4faRcaB4I0XRLt43uLGyigkaMkqWVQDjPavFzvG0cU6fsney1PcyHAV8GqntVa7VtTdooorwj6AKKKKACiiigAooooAKKKKACiiigAooooAKKKKACiiigAooooAKKKKACiiigAooooA8z0T4hapMPF0Oo2totxp13OmkiMMBPGs8lugbJOWEkfzYxw68VDD418XyeBtH8UPDo8KXNjbSG2MbtJeXEh+aKLD/JgYwSGzn0Fbsfw8sV1Sxv2vpy9pqV3fFQoAlE8xm8tv8AZVypH+7WdY/DfUtOutKm0/xVtTS7COztY59PWURhfvOuWGGbueuABQBNaeMtZm1Nb0xWQ0V9bl0YReW3nh0LIZC27bjejDbt6YOa0fGPjAaBc6gxiEltpWky6leYHzMBnYi+hJBpIPBAj1sXP9qSHTRqL6otj5IwLlgdzb+u3cWbbjqTzjipta8OLf8Aia5kubcXOmarpb6ffRk4wMnH5hmFAEFvqHi/S401bxLNov8AZS28k9+sEbxtYqqF87yx8wDBB4X19qjn+I2k2tq017YapauRA0UElv8AvJlmlWJCoB5+ZlBHUZqOTwDdahZrpfiLxPe6rpcdrLax2/lrC7pJG0RMrr/rGCMQOAMnOM1l+KvAOtXenQy/27Lf6pFc6dFbz+QkXkQQ3cUrvjkM+ELE9DtAwKANtPHFrLqlpZ7J7WXzJ0ubWa2JmBji8zjBwOOe+elaHhfxbY6/qF3p8NvdW11axxzSRTqAdkm7aeCcfdPB5GKxLn4crfTSXl/rdw9/OLnz7iCIRZ86DyRsGTt2ryOTzV3wN4IXwzqlzqC3sErT2kNq0VvZJbxqI2chgFJ5O85yTQBWl8QeKLXxfpulXK6W66lLOq2kKMZrWFEYrcO+7BUsqqRtHLjBODW94U1ttW8Pi/uI9k8TyQ3CRgkCSNirYH1FYugeEdY0TXr7WP8AhIxfC7maa4iewUSyDnZGJd2Qq8ADGPzrY8DaVPpOgCK7x9pnnlupwDkK8jlyPwzigCPXdat30S+UW96CbeQc27AfdNauif8AIJtv+uY/lTfEP/IBv/8Ar2k/9BNO0T/kE23/AFzH8qALlFFFABRRRQAUUUUAFFFFABRRRQAUUUUAFFFFADF/1z/Qf1p9MX/XP9B/Wn0AFFFFABRRRQAUUUUAFFFFABRRRQAUUUUAFRt/r0/3T/SpKjb/AF6f7p/pQBJRRRQAUUUUAFFFFABRRRQAUUUUAFFFFABRRRQBHN9+L/f/AKGpKjl+/F/v/wBDUlABRRRQB4l+2Iiv8PtHV1DKdctsgjIP3q8G+w2X/PpB/wB+xX0h+054Z1/xR4HsbXw5px1C8ttThuWhEioSi5zyeO9eIf8ACA/FL/oQrn/wMi/xr5vO8HiK9WMqSurH2fDWYYPC0ZxxEkm3+hnx+HrJ/Ds+r+VbjyrlIPL8kc7lJzn8KtXfhfS4/DEOtW7wTFpBFLGbYDYxGcA98fQe2a3tG0H4taZp81gPhpDd280iysl1PE+GAIBHzD1pl5oHxeutITS/+FeLDCCu8wzQo0m0ELuIPOAfx75rzlleI5Phd7fj9560s8wjqWU1a/4fccT9hsv+fO3/AO/YpiwxD4XeIIhGgj/4TXSxsA4x5R7V0n/CA/FL/oQbn/wMi/xq7D8L/iI/wy1m3fwy8eoz+JrHUIrQ3CbmiijIY7s4611ZXgcVSnN1ItXi18zizvM8DXp01RknaSb06HI/YbL/AJ87f/v2K0bTw7ZXHh++1XybdfsksUfl+SPm37uc+239a0P+EB+Kf/Qg3P8A4GRf41raHoHxa0m1ubRfhtFdwXLI0kd1PE4yucEfMPU1wUsqxnN78Xb1/wCCerXzzL1D93NXuunS+vTsYh8K6S3hSTWopYGkidFkia2AXLE/Krd2AGSMdKw/sNl/z6Qf9+xXe6npPxavtDj0mX4ZWsVvESY2iliV0y2Tg7+/T6Vzf/CH/Eb/AKE0/wDgxg/+Kp1srxd17OD279fvIw2d4C0vazW+mnTpsjidBs7RvEviBTawkLLDtBQcfuhW79hsv+fSD/v2Ksab8P8A4lWuraneN4QDLePGyqNQhyu1AvPzVoHwh8RVGT4Nb/wYQf8AxVOvluNlNNRey6+S8x4bOctjC0pq930835C6l4VsbPxGmkMbMBliJmeIKq70Vufpuqr4i0Gx0nXb3TBDbzfZpmj8zygN2D1xXS6vZ/E7VI4/tHw909Zk2f6RHdQiVggAGTv9AKzdV8O/EzUtSuNQufBo86dzI+3UIAMn0+anVyvE2fJB79+nbczw+d4O8faVFtrp10129ThPHFnaJ4Q1RltYFYWzkERgEcV96aL/AMgey/694/8A0EV8XeIfAPxJ1PQ7zT4/B+xriJowzahBgZ/4FX2XpdzbQ6bawyXUAdIUVh5g4IAr3ckw1ahSkqys7nzPEuMw2KrQlh3dJfqaNFV/t1n/AM/cH/fwUfbrP/n7g/7+CvaPmixRVf7dZ/8AP3B/38FH26z/AOfuD/v4KALFfnPfwQPr2ts8MbH+1rvkqD/y2ev0Q+3Wf/P3B/38FfEOqfC34jprmqvB4ajnhm1C4mikW+hAZHkZgcFvQ135dVhTqtzeljuy+rCnUbm9LHE/Zbb/AJ94v++BR9ltv+feL/vgV1//AArH4mf9Cmv/AIMIf/iqP+FY/Ez/AKFNf/BhD/8AFV7X13C/zI9j67hv5jI1Pw1a2fhrRtZ/cv8A2m1wvl+UB5flMq9e+d1T+L/Cdn4fi0h0uLS9Go2Iut0UfyofMdNoPfGzrXYweHfitH4ah0CbwBpF1b2/m+RLPcRNLEZDlirb+OQO3as3VfA/xX1K0022ufCcPl6dbfZoNt9CDs3s/PzcnLmsY42jdXkuv/A6GUcZSvrJdf8AgHA/Zbb/AJ94v++BR9ltv+feL/vgV1//AArH4mf9Cmv/AIMIf/iqRfhl8S2UMPCa4P8A1EIf/iq2+u4X+ZGv13DfzHQfsnxxx/HiDy41TOj3Odox/ElfZ1fK37N/gXxh4e+LCa74i0mLTbFNNmg8xruN8uzKQMKfY19Q/brP/n7g/wC/grwMZOM60pR2PCxk4zrOUdixRVf7dZ/8/cH/AH8FH26z/wCfuD/v4K5TmLFFV/t1n/z9wf8AfwUfbrP/AJ+4P+/goAsUVX+3Wf8Az9wf9/BR9us/+fuD/v4KALFFV/t1n/z9wf8AfwUfbrP/AJ+4P+/goAsUVX+3Wf8Az9wf9/BR9us/+fuD/v4KALFFV/t1n/z9wf8AfwUfbrP/AJ+4P+/goAli+9J/vf0p9VIr2z3Sf6XB97/noPSn/brP/n7g/wC/goAsUYqv9us/+fuD/v4KPt1n/wA/cH/fwUAWKKr/AG6z/wCfuD/v4KnRlZQykEHoR3oAWiiigAooooAKKKKACiiigAooooAKKKKACiiigAooooAKKKKACuJ8M+PbfU73WhewLY2Vij3FtcM+RPbIWV5fYBkb8MHvXUeILe+u9DvrXTLpbS9mt3jguGXIicqQHx3wTn8K4pfhfp2m/wBmt4dnks3trSWxn+0yyXCTQSRFSux2KjDhGwAAcEd6ANsePPD5t0k3XvmSSiKO3NlKJpCULjam3JG1S2emBTpvHfhuERs13MyNEs0jrbSFYEY4DSnH7sZB+9jpnpXIRfC+9XS2s3m0x7cTpLFYMsptoiqMu6Ilt8LZbPyEAYx3pj/Ce6Z3ebU4dQkureOG7lvTK7LtyMr8/wA42nbh89BQB1lz8QvDFvfNZtc3Tyi4a1Bjs5XV51BJiVguGfAJwOwNUIviZoba7cWrGb7Cun297HcJbyNgSSTI/mAL8gUxLknH3vap7PwS9tJphW7j22OvzatjZ95XhmjCfUeaDn2rGtvh3rdi2oxWWsWf2fU7FLK5EkBLKolnfcpz1xORg/WgDpdE8Y2F7f3dndSR28kd1cx25ySsscIQs+egOJAcemfQ1la74q8Rxajo39i2ek3On61P5VnLNLIjgeS0m5ht/wBg/mKxvFHge5i0i30XTjdS3FzrBuIrmKP5baBkWOUSNnjMZYe5NdvrHh4Xd74dmt5Fhi0e6Mwj253L5LxhR6ffB/CgCFfGWkx366XcSSfbPN+zO6W8hg+0bdxjEmNufx9utc/p/wAUdPvPCmnalHbul/eR2z/Z5I3RG8yREfY5AD7C/b0pl78PdUvPFK6tc6vHcLFqpvoWmaR3SPnEIUtsQAHAKjJxzVeL4a6xPpOh6bqWsWkkehRQxWjRQFS+x4yS+T/dTAx65oA7Gy8XaHeav/ZdvdSNL5skCSeS4ikljJDoshG1mUgggHqD6GoPFPi210G5uhcR7rew02XUb1weUjT7oA7kkH8q57wz8NV0XxFDdrJaS2lteT3cDMrmfMrM205bYNu8jIGSMVqeJPDa6p4kv4byCSbS9b0d9PuWTrGQTg+2Q5wfUUATadrXiiGWC617R7Gz0yWJ5ZpI7nLWQClv3u4AEYGCR0PtS/8ACw/Cy2Et5NeTwRRiFsTWsiM6yuEjZVK5YMxABA71n3vhHxPrelSaH4h8RRPpj2U1pKbSExy3QkiaPdJkkDAbOB3ArF8YeDvFN1ZW19Jd2t3qdvcabBbfZ4CESOO9hkeZwTzgLuIHYGgDqh460V70L9qWGGK3uJrpLiJ45ovJ2E5Qj0cH3yMZrW8P+ItN1t7mKz+0JNbFRNFcQPE6hhlTtYA4I71xV58O9avNUvtbbXks9VvLS5gaS2RlERkEQQoc5GBFyevzcYxWz8P/AAhceHNU1W/nmt2OoLCDHEZG2lAQSXkYs2cjqaAM/RfH11rHiq80i0GjqkU1xFCj3LCeYxA8hdu084yAcgc11uga3a6p4dg1lmWCJ4y0u9gBGRwwJPoQa5698Oa1NqdleanqEN5Y6ReSahaxw2+2eSQxyIqMRxgCRugyeM961/AGlz6T4UtLS7XFw2+aVf7rOxYj8M4oAr674r8LyaLexx+I9Id2t3VVW9jJJKnAHNbeif8AIJtv+uY/lUfiFR/YN/wP+PaT/wBBNSaJ/wAgm2/65j+VAFyiiigAooooAKKKKACiiigAooooAKKKKACiiigBi/65/oP60+mL/rn+g/rT6ACiiigAooooAKKKKACiiigAooooAKKKKACo2/16f7p/pUlRt/r0/wB0/wBKAJKKKKACiiigAooooAKKKKACiiigAooooAKKKKAI5vvxf7/9DUlRy/fi/wB/+hqSgAooooAKKKKACiiigAooooAKKKKAKeuf8gW+/wCveT/0E18NeCPB/hi98Jabd3ei2k08sAaSR1yWPqa+5tZVpNIvI0Us7QOFUDJJ2nivjDwlF4m0vw3YaddfD3xt51vEEfZospGR6HFeLncMROlFUL3v0OfEKTS5R3/CC+EP+hfsf++KP+EF8If9C/Y/98Vp/atf/wCie+OP/BJL/hQbvXgMn4feOP8AwSS/4V819XzLtL8Tk5avmZn/AAgvhD/oX7H/AL4o/wCEF8If9C/Y/wDfFaf2rX/+ie+OP/BJL/hR9q1//onvjj/wSS/4UfV8y7S/EOWr5mZ/wgvhD/oX7H/vij/hBfCH/Qv2P/fFaf2rX/8Aonvjj/wSS/4Ufatf/wCie+OP/BJL/hR9XzLtL8Q5avmZn/CC+EP+hfsf++KP+EF8If8AQv2P/fFaf2rX/wDonvjj/wAEkv8AhR9q1/8A6J744/8ABJL/AIUfV8y7S/EOWr5mZ/wgvhD/AKF+x/74o/4QXwh/0L9j/wB8Vp/atf8A+ie+OP8AwSS/4Ufatf8A+ie+OP8AwSS/4UfV8y7S/EOWr5mZ/wAIL4Q/6F+x/wC+KP8AhBfCH/Qv2P8A3xWn9q1//onvjj/wSS/4Ufatf/6J744/8Ekv+FH1fMu0vxDlq+Zmf8IL4Q/6F+x/74o/4QXwh/0L9j/3xWn9q1//AKJ744/8Ekv+FH2rX/8Aonvjj/wSS/4UfV8y7S/EOWr5mZ/wgvhD/oX7H/vij/hBfCH/AEL9j/3xWn9q1/8A6J744/8ABJL/AIUfatf/AOie+OP/AASS/wCFH1fMu0vxDlq+Zmf8IL4Q/wChfsf++KuQfDbwnLpNxqC6Dp4jgkRGXyzkls4/lU/2rX/+ie+OP/BJL/hWpo/iHWrPT7izn+F/jS8guGRyG0edcFc45H1rSlhswcveUrfMcY1OtzLk+F3hJdBXVl0jTHTeEaMRnKk5wM9CeO3TIrM/4QXwh/0L9j/3xXUTeI9dOkSadb/C/wAZwLKwLuNFnJYAkjg9+cZ9qyvtWv8A/RPfHH/gkl/wp1cPj7rkUtvPcco1OlzM/wCEF8If9C/Y/wDfFH/CC+EP+hfsf++K0/tWv/8ARPfHH/gkl/wo+1a//wBE98cf+CSX/Csvq+ZdpfiTy1fMzP8AhBfCH/Qv2P8A3xR/wgvhD/oX7H/vitP7Vr//AET3xx/4JJf8KPtWv/8ARPfHH/gkl/wo+r5l2l+IctXzMz/hBfCH/Qv2P/fFH/CC+EP+hfsf++K0/tWv/wDRPfHH/gkl/wAKPtWv/wDRPfHH/gkl/wAKPq+ZdpfiHLV8zM/4QXwh/wBC/Y/98Uf8IL4Q/wChfsf++K0/tWv/APRPfHH/AIJJf8KPtWv/APRPfHH/AIJJf8KPq+ZdpfiHLV8zM/4QXwh/0L9j/wB8Uf8ACC+EP+hfsf8AvitP7Vr/AP0T3xx/4JJf8KPtWv8A/RPfHH/gkl/wo+r5l2l+IctXzMz/AIQXwh/0L9j/AN8Uf8IL4Q/6F+x/74rT+1a//wBE98cf+CSX/Cj7Vr//AET3xx/4JJf8KPq+ZdpfiHLV8zM/4QXwh/0L9j/3xR/wgvhD/oX7H/vitMXevf8ARPvHH/gkl/wo+1a//wBE98cf+CSX/Cj6vmXaX4hy1fMzP+EF8If9C/Y/98Uf8IL4Q/6F+x/74rT+1a//ANE98cf+CSX/AAo+1a//ANE98cf+CSX/AAo+r5l2l+IctXzMHWvBPhOHR7yWLQbJHSB2VgnIIU819bfBk5+E/hYk5P8AZcH/AKAK+XdWk8RXOl3VvH8PfHG+WF0XOiS4yRgdq+p/hNa3Vj8MvDdne28tvcw6dCksUilWRggyCD0NfRZHTxEIz9vfpa51YZSSfMdRRRRXunSFFFFABRRRQAUUUUAFFFFABRRRQAUUUUAFFFFABRRRQAVzvhvxfpmuapq9hbiWNtLlMcjyABZAMgup/uhlZT7qa1PEDakuiX39jpC+o/Z3+yCZtqebtO3cewzjNecx/DXUdIisl0zUn1NW02402/hvpNqSJIjNuG0Z/wBacnnOHbvQB3g8VeGW019SXxDpJsUcRtcC8j8tX/uls4z7VNNr+hQy2kU2s6dHJegG1V7lAZwemwZ+b8K8ti8DeKRbo8lpGTb3Eclsov1F1FiF4yRKI9rD5sBXB+UnkGq7/DnxWyXC3X2a5+32cVvKsNysEcGwtwR5ZLDBzldvzZ4HWgD1W48UeG7e5ltrjxBpUU8Ss8kb3kYZFX7xIJyAO/pVNfGvh3+3H0uTVbKL/Rre4hme5QR3AmaVVEZz8x/dN09RXM2vgK4S50qWa3spWtvE82qTu3LPC0EyJzjltzx8e3tWJbeAfEdi2qQppOk3aahpSaekz3G1rYie4ckDYcriVDgY5UelAHpmj+INO1K8vLSOVYri1uJYDFI4DP5e3c6jOSo3rz2yPWsTXvHFxpuqWVpa+Gb3U4NQl8qxura6g8u4byy5xlwQMK3Jx0rjfE3hzUdG0u2t7e9hGuXWsyLYkMS81vNGkU2fovznsCqnNd3q3huU3PhJdPES2ujXZkkDHB8v7PJGMDucsKANSPxFpH2xNNm1Gyg1UxiRrBrmMzrxnG0HNZFp8QPD154bt9YtbuKdpUtmktI5kaaHz2QKHUHj74zXKXvg7xVdeLRfPFaLbR64b5WjnVEaHBA+QJuMmMAktg4qhbfD3xLNonhvTpdO0vT20OCGN5Ibjd9rIliZj90Y+4WOerfnQB6zDrGkzapJpUWp2UmoRDdJarOplQepXOR+VVNb8RafpN4YbyTYsVpLe3EpPywQxjl2/wA9q4Lwl4D1zS/E1rJeHzra01K7vVuvtY/eCZ3Yfuwmd2HwcsRx+A1vGOgf2z4k1jSbqRorfXtAeximAz5bgnI/JwffFAGvoni64v72ziuvDeradbX6F7S4mVCGAXdhwpJjJHI3fTg8VqQ+JPDs9tNdQ67pkkEEgjllW7QrG5OArHOASSAAe5rlNUsvH/iHQrjQbyHTdGSewntrm+guTK0rvCyK0a7QUAYhuTnjHvXI+OfDut/2Xa31xoOl2gil0jT0soZt8dyVv4DlyFG2PHHIJAJoA9Wt/EelXU9sLK+s7q2nhllFzFdRsgEZXd/Fk/e5IyBjnGRVrSNY0nWIHn0jU7PUIkbaz206yqrehKk815fqPgfxVeaxqmuW9tpdpNfWV5ElnJJ5kaNIsCru+XB3CNs8YGR1ro/hv4d1rSNb1nUNVQJHfJAIg1wssgKKQd21VA6jGKALUXjy0m1hdPj0y9KTTXFvaznZsnmhRndAM7l4RsEgA4+mel0fUbbVNKt9StWzBPGHUnqPY+46V5rpng/U9L8VW+uXFpaQPZ31zd3mqrclnuoHRx5XlYwpyYyTn/lmMZzXXfDnTnh8D2ttfQKRP5krQuuQFkcsFIPsRxQBr+IZY/7Bv/3iH/RpP4h/dNS6J/yCbb/rmP5Vja74Z8Nx6LfSR+H9KR1t3KstnGCDtPI4rZ0T/kE23/XMfyoAuUUUUAFFFFABRRRQAUUUUAFFFFABRRRQAUUUUAMX/XP9B/Wn0xf9c/0H9afQAUUUUAFFFFABRRRQAUUUUAFFFFABRRRQAVG3+vT/AHT/AEqSo2/16f7p/pQBJRRRQAUUUUAFFFFABRRRQAUUUUAFFFFABRRRQBHN9+L/AH/6GpKjm+/F/v8A9DUlABRRRQAUUUUAFFFFABRRRQAUUUUAVNZZk0i8dGKssDkEdQdpr4u8IJrGp+GbDULrxj4tM88IdyuszgZPtur7Q1z/AJA17j/n3k/9BNfDvgrxXoFh4U02zvL8w3EMIWRGhkyp9Pu14mdyxEaUfYXvfoc+IcrLlOn/ALN1D/ocPF//AIO5/wD4qg6bqBHPjDxf/wCDqf8A+Kqh/wAJt4X/AOgoP+/Mn/xNH/CbeF/+goP+/Mn/AMTXzXtcy7z/ABOS9XzL/wDZuof9Dh4v/wDB3P8A/FUf2bqH/Q4eL/8Awdz/APxVUP8AhNvC/wD0FB/35k/+Jo/4Tbwv/wBBQf8AfmT/AOJo9rmXef4her5l/wDs3UP+hw8X/wDg7n/+Ko/s3UP+hw8X/wDg7n/+Kqh/wm3hf/oKD/vzJ/8AE0f8Jt4X/wCgoP8AvzJ/8TR7XMu8/wAQvV8y/wD2bqH/AEOHi/8A8Hc//wAVR/Zuof8AQ4eL/wDwdz//ABVUP+E28L/9BQf9+ZP/AImj/hNvC/8A0FB/35k/+Jo9rmXef4her5l/+zdQ/wChw8X/APg7n/8AiqP7N1D/AKHDxf8A+Duf/wCKqh/wm3hf/oKD/vzJ/wDE0f8ACbeF/wDoKD/vzJ/8TR7XMu8/xC9XzL/9m6h/0OHi/wD8Hc//AMVR/Zuof9Dh4v8A/B3P/wDFVQ/4Tbwv/wBBQf8AfmT/AOJo/wCE28L/APQUH/fmT/4mj2uZd5/iF6vmX/7N1D/ocPF//g7n/wDiqP7N1D/ocPF//g7n/wDiqof8Jt4X/wCgoP8AvzJ/8TR/wm3hf/oKD/vzJ/8AE0e1zLvP8QvV8y//AGbqH/Q4eL//AAdz/wDxVH9m6h/0OHi//wAHc/8A8VVD/hNvC/8A0FB/35k/+Jo/4Tbwv/0FB/35k/8AiaPa5l3n+IXq+Zf/ALN1D/ocPF//AIO5/wD4qp4tB1d7GW8j8WeLvIhZUdv7cm4J6cbvasn/AITbwx/0FB/35k/+JrX0f4jeCYdJu9Pv76d0nkRw0Mbgjbn1X3rSlPMJStJzX3ji6vVsnl8K+II9LXUn8VeLRbsAcjXpSwBJAJXdkAkHnFUP7N1D/ocPF/8A4O5//iqu3fxJ8C/8I6um2V5cRSl98rtGxEpycZ+XPA7Vh/8ACbeF/wDoKD/vzJ/8TVVp4+LXI57ee/3BJ1Oly/8A2bqH/Q4eL/8Awdz/APxVH9m6h/0OHi//AMHc/wD8VVD/AITbwv8A9BQf9+ZP/iaP+E28L/8AQUH/AH5k/wDiax9rmXef4ivV8y//AGbqH/Q4eL//AAdz/wDxVH9m6h/0OHi//wAHc/8A8VVD/hNvC/8A0FB/35k/+Jo/4Tbwv/0FB/35k/8AiaPa5l3n+IXq+Zf/ALN1D/ocPF//AIO5/wD4qj+zdQ/6HDxf/wCDuf8A+Kqh/wAJt4X/AOgoP+/Mn/xNH/CbeF/+goP+/Mn/AMTR7XMu8/xC9XzL/wDZuof9Dh4v/wDB3P8A/FUf2bqH/Q4eL/8Awdz/APxVUP8AhNvC/wD0FB/35k/+Jo/4Tbwv/wBBQf8AfmT/AOJo9rmXef4her5l/wDs3UP+hw8X/wDg7n/+Ko/s3UP+hw8X/wDg7n/+Kqh/wm3hf/oKD/vzJ/8AE0f8Jt4X/wCgoP8AvzJ/8TR7XMu8/wAQvV8y/wD2bqH/AEOHi/8A8Hc//wAVR/Zuof8AQ4eL/wDwdz//ABVUP+E28L/9BQf9+ZP/AImj/hNvC/8A0FB/35k/+Jo9rmXef4her5l8abqH/Q4eL/8AwdT/APxVH9m6h/0OHi//AMHc/wD8VVD/AITbwv8A9BQf9+ZP/iaP+E28L/8AQUH/AH5k/wDiaPa5l3n+IXq+Zf8A7N1D/ocPF/8A4O5//iqP7N1D/ocPF/8A4O5//iqof8Jt4X/6Cg/78yf/ABNH/CbeF/8AoKD/AL8yf/E0e1zLvP8AEL1fMl1ez1S20q7uIvGHi4SRwu6k61PwQCR/FX1R8I7m4vPhh4burueSe4m02F5JZGLM7FBkknqa+Rta8Y+G5tHvIYtS3yPA6qohk5JU4/hr61+DSsnwp8Lq6lWGlwAgjBHyCvo8jliJRn7e/S17nVhnKz5jraKKK906QooooAKKKKACiiigAooooAKKKKACiiigAooooAKKKKAMdPEukv4rfwwtwf7TS3FwY9hxsJ/vdM+3WtMXFuS4E8RMf3xvHy/X0rygeFPF0c0fjUSSNqw1Y3z6Tsi3fZ2byjD5meohw2M43CsqTwlr/mazbw+HtRa2uI5vPLSwJMWNwrqIZgf3oK7jtlUcAKSMmgD2s3VqIRMbiERk4D7xgn60r3FujKrzxKzfdBcAmvDW8KeKGNpNc6RetpUL3KpbwWtt5xZwmyV4Gcxjo65U5GQcDJq83w/1afQdUW80yae/NjYx2TzXCPKjI+XAYYAYDgkYzjGTQB6td69pdrqNjYzXSCW98zySDlT5YBbLdB1FSQavYza1c6Qk2bq2ghnkBHGyUyBMHocmJ+PavKtV8H3Vl4xhu/8AhEZdT0KDUbmVbW3aLCpJbRKGCMwBG8Nx9TVceHNa0XQtX1XUlFrPa6Zp81g0kynE8E93IIc57LIi+h3YGaAPR/GHjLS/C+yTUbLVZ4zj99aWLzohLbQrMowCTjj3rV0rV7a/sILsx3Fl5xISG9iMEvBI5RsEdPyxXE3Ph/Vrr4VRWq27Tare3MV9cpuAO95lkfk+g4/Csj4taD4j1jxBe/YdEnnT7DAtjcQJCxZw7s4Z5GBixlcbRk568YAB6PbeItJuLfUZo7jjT5ZYrhSMMGjGXwOpHuKt2Oo2d5aWtzDMuy6iWWEMcMysMjg89K8bu/CWuTf2xaweF7mHVLrV5buLVDLHsa3MeNud+4E8rtxjnNMl8GeKBrUZns9SkLx6d9jltzb7LQRRRrKjSOS6YdXb5QQwbFAHs2qalbacLf7QzF7iZYIUUZZ3Pp9ACT7A1gN490H+0fswW/e3Fz9ka/Wzc2iz7tmzzcYzu+XPTPGc0ni1Hi8WeFLyXJtUuJonPYSPHhCfyI/GsDwuvinw5oFr4Nt/C811Na3Jji1KV4zZvAZS3mt8+/ftPK7fvd8c0AejieDe0fnR70GWXcMqPeq11qVrCIuWn8ydYR5K+ZtZuhbHQe56V47qvh/WrXSLrzNEuLe9sotUm1LVmkTZexPFNsAIYs2S0ZwQNuzHplujeHNZvpPDOo6P4budKsrb+z2u45ZYx9oZCWaX5WO4AH7x5OelAHtsc8EkjRxzRu6/eVWBI+orM1LxJo+n6/pmg3N4i6lqbOtrbjlm2RvIxOOg2o3J78V5x8NNB8R2njiy1TUNEuLCM6dcw3vyQpEJ2kiZQpVi8gwHw7evauy8YaHPfeKfCeoWdorC01KaS8mG0MkZsbmNSe5G+RRgZ60AT2XjbQr2+lsrdrp3EcskTNbOqXIiOJPKYgK5UkZAP6VvafeW9/YwXtrIJIJkDxsO4NebeG9J1i31Hw5a6hpU1laeGftktxeyOhjuN6MiCPDFjkOWOQMbcdTXS/DSzf8A4QO0hu42CTea6oSQRG7sVHt8pFAG54h/5AN//wBe0n/oJp+if8gm2/65j+VYmu+GNFj0W9kS1cMtu5H7+Q8hT/tVt6J/yCbb/rmP5UAXKKKKACiiigAooooAKKKKACiiigAooooAKKKKAGL/AK5/oP60+mL/AK5/oP60+gAooooAKKKKACiiigAooooAKKKKACiiigAqNv8AXp/un+lSVG3+vT/dP9KAJKKKKACiiigAooooAKKKKACiiigAooooAKKKKAI5vvxf7/8AQ1JUc334v9/+hqSgAooooAKKKKACiiigAooooAKKKKAKuryPFpd3LG210hdlPoQpxXx74X8RfEPVvD9lqU3xC1eN7iISMqQw4BPYfJX2Brn/ACBb7/r3k/8AQTXxT4A1jSYfBmlRS6laRutuAytMoIP514ud169GlF0XZ36HPiJSilynUf2j4/8A+ija1/35g/8AiKQ6h4+IwfiNrWP+uMH/AMRVX+3dF/6C1j/3/X/Gj+3dF/6C1j/3/X/Gvmv7SzD+Z/d/wDk9rV7lv+0fH/8A0UbWv+/MH/xFH9o+P/8Aoo2tf9+YP/iKqf27ov8A0FrH/v8Ar/jR/bui/wDQWsf+/wCv+NH9pZh/M/u/4Ae1q9y3/aPj/wD6KNrX/fmD/wCIo/tHx/8A9FG1r/vzB/8AEVU/t3Rf+gtY/wDf9f8AGj+3dF/6C1j/AN/1/wAaP7SzD+Z/d/wA9rV7lv8AtHx//wBFG1r/AL8wf/EUf2j4/wD+ija1/wB+YP8A4iqn9u6L/wBBax/7/r/jR/bui/8AQWsf+/6/40f2lmH8z+7/AIAe1q9y3/aPj/8A6KNrX/fmD/4ij+0fH/8A0UbWv+/MH/xFVP7d0X/oLWP/AH/X/Gj+3dF/6C1j/wB/1/xo/tLMP5n93/AD2tXuW/7R8f8A/RRta/78wf8AxFH9o+P/APoo2tf9+YP/AIiqn9u6L/0FrH/v+v8AjR/bui/9Bax/7/r/AI0f2lmH8z+7/gB7Wr3Lf9o+P/8Aoo2tf9+YP/iKP7R8f/8ARRta/wC/MH/xFVP7d0X/AKC1j/3/AF/xo/t3Rf8AoLWP/f8AX/Gj+0sw/mf3f8APa1e5b/tHx/8A9FG1r/vzB/8AEUf2j4//AOija1/35g/+Iqp/bui/9Bax/wC/6/40f27ov/QWsf8Av+v+NH9pZh/M/u/4Ae1q9y3/AGj4/wD+ija1/wB+YP8A4inx3HxENs8yfELXDDGQrOIIcKT0BOyqP9u6L/0FrH/v+v8AjW1ovijwmNFvdO1DXYYPPljdHiKSfdz1BYetaUsfj5ys5tDjUqPqVTcfEcWouj8QNeEBbYJPIh2lvTOyov7R8f8A/RRta/78wf8AxFXLnxhoMnhtNJ/tu3kMV0XiLSqAI8fXg5rI/t3Rf+gtY/8Af9f8aKmYY6NuWb+7/gA6tRbMt/2j4/8A+ija1/35g/8AiKP7R8f/APRRta/78wf/ABFVP7d0X/oLWP8A3/X/ABo/t3Rf+gtY/wDf9f8AGs/7SzD+Z/d/wBe1q9y3/aPj/wD6KNrX/fmD/wCIo/tHx/8A9FG1r/vzB/8AEVU/t3Rf+gtY/wDf9f8AGj+3dF/6C1j/AN/1/wAaP7SzD+Z/d/wA9rV7lv8AtHx//wBFG1r/AL8wf/EUf2j4/wD+ija1/wB+YP8A4iqn9u6L/wBBax/7/r/jR/bui/8AQWsf+/6/40f2lmH8z+7/AIAe1q9y3/aPj/8A6KNrX/fmD/4ij+0fH/8A0UbWv+/MH/xFVP7d0X/oLWP/AH/X/Gj+3dF/6C1j/wB/1/xo/tLMP5n93/AD2tXuW/7R8f8A/RRta/78wf8AxFH9o+P/APoo2tf9+YP/AIiqn9u6L/0FrH/v+v8AjR/bui/9Bax/7/r/AI0f2lmH8z+7/gB7Wr3Lf9o+P/8Aoo2tf9+YP/iKP7R8f/8ARRta/wC/MH/xFVP7d0X/AKC1j/3/AF/xo/t3Rf8AoLWP/f8AX/Gj+0sw/mf3f8APa1e5aGoePhnHxG1rn/pjB/8AEUv9o+P/APoo2tf9+YP/AIiqn9u6L/0FrH/v+v8AjR/bui/9Bax/7/r/AI0f2lmH8z+7/gB7Wr3Lf9o+P/8Aoo2tf9+YP/iKP7R8f/8ARRta/wC/MH/xFVP7d0X/AKC1j/3/AF/xo/t3Rf8AoLWP/f8AX/Gj+0sw/mf3f8APa1e47U9Y+INrp1zdJ8RdZZoomcAwwYJAz/cr6f8Ahbf3eqfDnw9qV9MZrq50+GWaQjG5ioJNfKGva3o7aJfKuqWRY27gATLz8p96+pfgx/ySbwt/2C4P/QBX0WR4ivWjP2zbtbc6sNKUk+Y66iiivdOkKKKKACiiigAooooAKKKKACiiigAooooAKKKKACiiigCgus6W2utoa3kR1FIRO1vn5xGTjdV7IrxtdK8YR6unxC+zQEHVjI9iLZ/tn2Fj5G3O7HCAS7dvUYzWe1jryy67axx6y6XEUxku47SVbmA/aFIV0L+XOpUtzGVOwEDkigD3QkY9qWvAntfFEsdlFPam30WJ7kb1srqWKaU7NjiHzFkjGN4GWZQc+oq/L4c8RXWh6lcXzaxPqMFjY/YpcvE4cP8AOVUMcNtwDyT60AeyXGoWdvfWtjNcIlxdBzBGer7AC2PoCKiml0vUL2fSJxBcz26RXEsEihtiszeWxB9TG+P92vItW0H7H4ytk1DS9Yn0C11G7KCESSBUe2ix0O4qX3fjSWVh4ksdP1fW7xLyK5sdL026tmlYhpBBcXjmJj3PluoIP94UAeoeJvF3h7w1JHHrWoC0Mi7l3RsQRnHUDHWtHR9TstW0+PULCUy28udjlSucEg8HnqDXAajp+rXvwmSSSG4uNR1C7ivpYuWZN86vtA7BVwPwrK+L6a7deIruPTrC6D29lA1nOsU8xlfe5YRBGVI2GBuZtxORxgcgHqcOradNb3lxFdRtFZSPHcMOkbIMsD9KsWlxDd2sN1byCSGZBJG46MpGQfyrw260nUsa6llpmspr1zrE8qSsj+S9q0eGwfu7TyMdS1I+l+Ll1qBJJLq2KQ6cumbLCWZo0WKMSgMJVRPnEm4MDwR14FAHtup3FjbxRfbmjCyTIkYYZ3SE/LgeuefwrKk8aeGY9X/sptVhFz53kEYOwSZxsL42hs8YzmqfizevjDwm02fsouJ1b080xHZn/wAermfCl1caD4UtvB934ZvtR1e3u2Rg0BFvOTOW+0mbBUDB3+ueMZoA9QkWOWNo5FV0YFWVhkEHsRUFxc2tikCSMIkkkWCIBeNx6DjpXjF/DrNvp1xOIdWh1uKPU31i5feIWh8qby9rH5SM+UV29AD70zSbfVJ7jw1deHrTWksN2nvqRuBIDJLkl2+br8v3iODkUAe5iqN5q+m2epWWm3N5DFeXzslrCzfPKVRnbA9lVj+FeWfDBNePj21vLmxurO1uNOuftcTQzfu5/NiKLLLIxEjgb8FVUdetdd4w0UTeO/Bmr21h5k0GpzfabhUyUi+w3SjJ7Dcyj6kUAdC+saRNc3+nm7hmms4Vlu4R8xjR923cB67G/KrtnLBPaQzWrI0DoGjKdCpHGK5PRdIh034jeIryOxW3s7rTLMtKEwskgkuS+T3IDLn6ipvhhHM3gK0SR5I1cy+S38SxmRtn6YoA3fEP/IBv/wDr2k/9BNO0T/kE23/XMfyrK17SZF0S+Y6vqTYt5DgyLg/Kf9mtXRP+QTbf9cx/KgC5RRRQAUUUUAFFFFABRRRQAUUUUAFFFFABRRRQAxf9c/0H9afTF/1z/Qf1p9ABRRRQAUUUUAFFFFABRRRQAUUUUAFFFFABUbf69P8AdP8ASpKjb/Xp/un+lAElFFFABRRRQAUUUUAFFFFABRRRQAUUUUAFFFFAEc334v8Af/oakqOX78X+/wD0NSUAFFFFABRRRQAUUUUAFFFFABRRRQAjqroVZQykYIPcVzZ8A+Bz18I6Gf8Atyj/AMK6WigD5V+NWoSaD8Ubrw34b8PeD7Wyt7C3uCbnREmZmkLg85GB8n61yLa94kII/s3wJ/4Taf8AxddL8fyB8fNXyQP+JPY/+hTVyW5f7w/Ovks0zPFUMVKnTlZK3Rdj77I8kwOKwUKtWF5O/V935ln+3/En/QN8Cf8AhNp/8XSrrviVmCrpngQknAA8Npz/AOP1V3L/AHh+dWdKnhh1S0mkcBI5kZj6AMCa4I5zjW0uf8F/kerLhzLFFtU/xf8AmTR6r4skuDbx6L4IeUEgovhlSwx1431E+u+Jkco+l+BVYHBB8NJkH/vuuygm0NfGl5qreKIEtLmWWYrCJVZgW3KjHbwDxkjNcl4ivPtuvX1488ErTTvIXiBCNk54B5x9a6KuZ4ynG/tNb9kceHyTLqs+X2VlZPeW/bUh/t/xJ/0DfAn/AITaf/F0f2/4k/6BvgT/AMJtP/i6rbl/vD86Ny/3h+dc39tY7+b8F/kdv+reWfyfi/8AM6z4T6tc6v8AFTRPDniDw/4NurDUI7kv9n0NInUxx7hzk96+jx4A8D/9Cjof/gDH/hXzL8Gyp+PnhDBB/dX3/oivr8V9bldepXw0alR3bv8AmfA55haWFxs6VFWirfkc1/wgHgf/AKFHQ/8AwBj/AMKP+EA8D/8AQo6H/wCAMf8AhXS0V6B5JzX/AAgHgf8A6FHQ/wDwBj/wo/4QDwP/ANCjof8A4Ax/4V0tFAHNf8IB4H/6FHQ//AGP/Cj/AIQDwP8A9Cjof/gDH/hXS0UAc1/wgHgf/oUdD/8AAGP/AAplv4B8DmBCfCOh52j/AJco/wDCuoplv/qI/wDdFAHO/wDCAeB/+hR0P/wBj/wo/wCEA8D/APQo6H/4Ax/4V0tFAHNf8IB4H/6FHQ//AABj/wAKP+EA8D/9Cjof/gDH/hXS0UAc1/wgHgf/AKFHQ/8AwBj/AMKP+EA8D/8AQo6H/wCAMf8AhXS0UAc1/wAIB4H/AOhR0P8A8AY/8KP+EA8D/wDQo6H/AOAMf+FdLRQBzX/CAeB/+hR0P/wBj/wo/wCEA8D/APQo6H/4Ax/4V0tFAHNf8IB4H/6FHQ//AABj/wAKP+EA8D/9Cjof/gDH/hXS0UAc1/wgHgf/AKFHQ/8AwBj/AMKP+EA8D/8AQo6H/wCAMf8AhXS0UAcvF4A8D7n/AOKR0P73/PjH6fSsnxz4R8H6N4J13V7PwjoH2mx064uYd9hGV3pGzDIx0yBXdxfek/3v6VzvxX/5Jd4s/wCwLef+iHoA+M7Dx54kurW3mXQvAoM0auFHh5DjIzj73vVuLxZ4tluTbReHPBTzjOY18NKWGOvG6uX8ITxQRaPNI4VI1hZj6AAZr0aa80m38f3WuWXi2yWG6mklAEU2CN6t5cmACARnkZ5XHevt55VgoxX7u91fd7/I+Cjm+OlJ/vLJO20dvmcxeeOvEltDNI+heBt0SklT4dQHI7fer7M+GN9Jqnw80DUZYYIXubCKVo4U2IpKg4Udh7V8R/EG8s77VdbvLGVpLeZ5XjZxgkHJ6V9o/Bj/AJJN4W/7BcH/AKAK8XOsHRw3s/ZRtda/ge7kWNr4r2ntpXs9NF59jrqKKK8I+gCiiigAooooAKKKKACiiigAooooAKKKKACiiigAooooAKjiuIJnkjimjkeJtsiqwJQ4zg+hqtr2p2ui6Je6tfPstrO3eeUjrtVSTj34rxvw3P4l8MXU19qmnvpVx4jsLmZ7iV1mRb9VeVPkXJwI8rgjJ8sDrQB7jRXg8PizxC+kfZ18T3G9LuLzpnubbbIrQudkVyIti5YBtrqDxtyM02fxt4quD5kWrXVp5FlC9kbg28X2yQkhmdNhMoJG3EZHHIwSDQB71VHVLPTNWifTr+KC6RSkjwPg45O0kfVTj6GvLReeLL3U7CY+KtStE1DxJcaU9vDDBsht1gmkG0tGTvDRABiTwTxXPWWuan/a2q6hdeLbqx1KLQrXyAsUWb+WO5vFUMChBPQFU25357UAe+wyQuGWGRGEZ2MFIO0jt7VSvNe0OzuGt7vWNPt5kxujluUVhxnkE15VB4g1vw/p95r+1/Jk1m6t7u0CAjzpY4/JbpkbZAF64xIc9BW74n0aI6r4C/ta3t7y/fUCt5O8C5lYWkud2BjqB+QoA9HjkjkiWWORXjYblZTkEeuaZ9qtvsyXP2iLyHClZN42tnpg9OcivHL3xZqkfjpbWz1e7W0XWjp0lk/kJEkQXaQIgpkxkZEhYA544wK5vTNSvF8D+FNPtPENxq0M1tZG+tXSPFiUmg2AbVDL/d+Ynd1oA+hru1t7tES4iSVUdZFDDO1gcgj3p7yxpIkbSKrvnYpPLY64ryDwb4o8U3/jaGO+vyrS6jd29zpryRbYYUZxGVjCeYDhUO5mIbcT0IA2PiENYvNW8SW2ktINQg8MSnTApw3muWBZf9rhQD7igDuhe6PqpudMW8srw7GjuLdZVc7TwQyg/hV2CKKCCOCFFSKNQqKowFAGABXlVzrHg200O1uPBemw32u2Wm3EunW9ujCSJ0gYhZwpB5ICkN1YjvzWLrPizV9P03/iV+OLrULaUaa11qTwQsbN5byKOQAKgUZRmOxgSMUAe3tNCsyQtKgkcFlQsMsBjJA9sj86fXh9z4s1Ww1q/wDK1q41HTbLTtQe01H7NFNK5Vbcggqqq2xnbpgHvnFdV8Itc1LUdX13T7zVJ9QgthBJA800Mrjep3DfEqqRkds49aAO0m1bQrgyWMmqafIzBkeH7QhbGOQRnPrV62SGO3jjt1RYVUCMJ90LjjHtXBaboWkav8S9U1FtNtUt9Gj+ywhYgu+eVN00rEdSEZUHpl/Wtf4Zy3Vz4DtA0pDp5sUMrDOUV2VDjvwBQBueIf8AkA3/AP17Sf8AoJp2if8AIJtv+uY/lWRrtnrK6JfF9aRlFu+V+yKMjae+a19E/wCQTbf9cx/KgC5RRRQAUUUUAFFFFABRRRQAUUUUAFFFFABRRRQAxf8AXP8AQf1p9MX/AFz/AEH9afQAUUUUAFFFFABRRRQAUUUUAFFFFABRRRQAVG3+vT/dP9KkqNv9en+6f6UASUUUUAFFFFABRRRQAUUUUAFFFFABRRRQAUUUUARzffi/3/6GpKjl+/F/v/0NSUAFFFFABRRRQAUUUUAFFFFABRRRQAUUUUAeEftJ6X4cg8ReH7qXwHpfiLWdakktBLeXsluESGMyDlAc9+3evOW8N2xHHwZ8IA+v9v3P/wAbr1X9oz/kcfh1/wBf97/6StWZXw3EufYrLsVGnRtZxvqr9X/ke/leCp16LlJvfueff8I3a/8ARGPCH/g/uf8A43R/wjdr/wBEY8If+D+5/wDjdeg0V87/AK4Zh/d+49L+yqPd/eeff8I3a/8ARGPCH/g/uf8A43R/wjdr/wBEY8If+D+5/wDjdeg0Uf64Zh/d+4P7Ko939559/wAI3a/9EY8If+D+5/8AjdH/AAjdr/0Rjwh/4P7n/wCN16Tp20ahbF8bfNTdnpjIrajgktfEM06PamJ5WYASJkpu6DOQOP0rsw/EuY1kpe7a9vh289zCrgaFN2u9u55h4VjvfC+tw63oXwk8JWeoQqyxzrrk5ZQww2MxHqK7b/hafxO/6Ejw1/4Opf8A4zRqgjGpXPksjR+a20oMLjPGPaq1c0+L8yhJxvHTy/4JayjDzSk7/eWv+Fp/E7/oSPDX/g6l/wDjNH/C0/id/wBCR4a/8HUv/wAZqrRU/wCuWZd4/cP+xsN5/eWv+Fp/E7/oSPDX/g6l/wDjNH/C0/ib/wBCR4a/8HUv/wAZqrRR/rlmXeP3C/sbDef3nd/BXx1qnjiy106xo9rpd3pOpGxeO2uTMj/uo5N24qp/5aYxjtXoFeN/sxf674gf9jKf/SS3r2Sv1HB1ZVcPTqS3aT+9Hy9aKhUlFbJhTLf/AFEf+6KfTLf/AFEf+6K6TIfRRRQAUUUUAFeN+Lvip4vsvHuteHNA8K6RfQaWYQ091qLws5kQP90Rt0z617JXztqv/JZ/HP8A11s//RArx8+x1XA4GVel8Stv6nbl9CFeuoT2Nj/hafxO/wChI8Nf+DqX/wCM0f8AC0/id/0JHhr/AMHUv/xmqtFfnv8ArlmXeP3H0H9jYbz+8tf8LT+J3/QkeGv/AAdS/wDxmj/hafxO/wChI8Nf+DqX/wCM1Voo/wBcsy7x+4f9jYbz+8tf8LT+J3/QkeGv/B1L/wDGaP8AhafxO/6Ejw1/4Opf/jNVa1NDjSaC/hLRCRoQI97Ac7h0JrahxbmdaagnH7vL1M6mU4WEeaz+8q/8LU+J3/QkeGv/AAdS/wDxmj/hafxO/wChI8Nf+DqX/wCM1cTy4dFvbWSOATrImHByzfQ+n0rJp1uLMypcusdV221at+AQynDTvo/vLCfFH4nKWP8AwhPhrk5/5DMv/wAZqHUfiP8AETUdPudPvfAfhma1uomhmjbWpcOjAhgf3PcE02isP9csy7x+40/sbDef3nng8L2IAA+Cvg4AdB/btx/8bpf+EYsv+iLeDv8AwfXP/wAbr0Kir/11zTuvu/4JH9h4TsebX+gadaWM91N8FfCBjhjaRwNduCSAMn/lnX1F8Mrq2vvh9oN5Z2KWFvNYRPFbIxZYVKjCgnqBXivij/kWtT/69Jf/AEE1698GP+STeFv+wXB/6AK+v4YznE5pCpLENe7a1vO55GZ4KlhXFU1uddRRRX1B5YUUUUAFFFFABRRRQAUUUUAFFFFABRRRQAUUUUAFFFFADWCOCrKGBHIIzSsitjcoODkZHSvFovEN6nxEHjNrTURos2oHRzckr9lFvu8tJPvf898jOOhzVmXx34pgOoxyXWmLPIkrafvRfs7hbhI/llD8nDgYcL8xAzQB639ltfLMf2eHYTkrsGCfpTmt4GKFoYyU+4So+X6elePr4/8AFE17baHACt9/pDXEj2aCRTGIyI9pk2E4fJIY8DoOzpfG/jK50i+1W3uNLtRp9nZzmHyPNEzyvtYbw/C45GM9aAPX9kYI+Rc53Djv601re3ZhuhiJHIyo4rx+/wBU8RXPxD0nSrjXrG3urO+vbdbtrbCuv2aKTHl7sFvmI69ATTdF8Xaw19rHidhCfs+maVJeqFOx4Bc3qyOgzxlRuHXpQB6jrWiWOq3NlJePNstJvPWFJNscjjBUuo+9ggEZ71qYRsHAbHQ+leReOrWz8U/DlfE2rabaSXEt3GLKTy/nS1a4AQZ91OT9al8a+IrjwdNd6T4VS0tLHSLWG4ltktBsQyyPw7F12hsHAUE5zn0oA9V8m33mXyYt56ttGT+NCW9uuSkMS5xnCjnHSvEn8Qaxp+k+KLuDU7Sa3m165tDYeXmUb4wdwfdkEZyBjGBVjT/HHiW3aOysYIhaaXb6bEyyqn+kedDGzMXZwV++VGAclTQB7N5UKymbyoxIeC+0ZP41VuNPtJtXttSbK3UCPGpVsbkbGQR3GQDWH4tmebxN4Y0tiVtri4lnlHZzEm5VP4nP4Vw/he28M3PhW38S+Jbt4fE39qFbq6jlP2uK6FwVFuo5Ozovl4wV5xzmgD16O3gjdpI4Y0dvvMqgE/WqGs6HpuqWaWl1bgRLdQXQCfLmSGVZUJx1+ZFyO9ebz+OvEUOmR6x9q0+RbxtRjTTxBh7Q26TMpZt2W5iAYEDlhVa48Xayb/wxa391perJqElheeZDAVW2MjEEDDHP+yT6HigD2BYIFQKsMYUAgAKMYPWiOKGEbY40jHTCqBXmngDxrrGseMbKxuriKfT9R02e9gYW4iOEkjVSnzlipEh5YA8VpeObW4j+I/gS+/tK78ltTuIfsgYCH/kH3TFiAMs2VGM9O3U0AdtdQxzW00BYxiVSrMhwwyMZz60mm2dvp9hBZWkYjggjEcajsAK8t0210uD4kaUumzLPp2tWd9DJLHOzzXUg2uzTg9k2sqnsWxxnnsvh3eXl54HtZGZZbiLzIEeQnDhHZVJPXoBQBteIf+QDf/8AXtJ/6Cadon/IJtv+uY/lWJrj+J/7FvfMg0kJ9nfdiWTONp6fLW3on/IJtv8ArmP5UAXKKKKACiiigAooooAKKKKACiiigAooooAKKKKAGL/rn+g/rT6Yv+uf6D+tPoAKKKKACiiigAooooAKKKKACiiigAooooAKjb/Xp/un+lSVG3+vT/dP9KAJKKKKACiiigAooooAKKKKACiiigAooooAKKKKAI5fvxf7/wDQ1JUcv34v9/8AoakoAKKKKACiiigAooooAKKKKACiiigAooooA434nfDrR/iAmmf2pf6vYSaZK81tNp1yIZAzrtbLYPGK46X4AaAqFh418f8AH/Ua/wDsK9jpk/8AqWrGph6VR3nFN+aLjUnFWi2jyH/hn7w//wBDr4//APB1/wDYUf8ADP3h/wD6HXx//wCDr/7CvYaKj6lhv+fa+5Fe3qfzP7zx7/hn7w//ANDr4/8A/B1/9hR/wz94f/6HXx//AODr/wCwr2Gij6lhv+fa+5B7ep/M/vPHv+GfvD//AEOvj/8A8HX/ANhR/wAM/aB/0O3j/wD8HX/2Few0UfU8P/z7X3IPbVP5n9549/wz94f/AOh18f8A/g6/+wo/4Z+8P/8AQ6+P/wDwdf8A2Few0UfUsP8A8+19yD29T+Z/eePf8M/eH/8AodfH/wD4Ov8A7Cj/AIZ+8P8A/Q6+P/8Awdf/AGFew0UfUsN/z7X3IPb1P5n9549/wz94f/6HXx//AODr/wCwo/4Z+8P/APQ6+P8A/wAHX/2Few0UfUsP/wA+19yD29T+Z/ecj8MPh/pHw+07ULPSb3VL3+0Lv7XcTahcCaVpNip97A4wgrrqKK6EklZGbbe4Uy3/ANRH/uin0y3/ANRH/uimI5X4s+N7X4e+D5fEl5Y3F9Gk8cIhgIDszttHXjrXkX/DU2m/9CLrn/f6H/Gum/bF/wCSMSf9hSz/APRor5Nr08Bg4YiLcnselgcJDERbk9j6M/4am03/AKEXXP8Av9D/AI0f8NTab/0Iuuf9/of8a+c6K7/7Jo92d39lUu7Poz/hqbTf+hF1z/v9D/jXmXi/x74L8SeKr3xHLonxF027vgnnpp2rwwxsUXaDtwecD1rgKKieS4ea5Zar5DjllOLumzq/+El8Gf8APP4t/wDhQQ/4Uf8ACS+DP+efxb/8KCH/AArlKKx/1cwP8i+5f5F/UV/PL7zq/wDhJfBn/PP4t/8AhQQ/4Uf8JL4M/wCefxb/APCgh/wrlK7W38M3WqfC+x1HStJa5uY9SulupokBYRrHEVDH0GW/Wonw/gIWvBfcv8iZYSMbXnL7yr/wkvgz/nn8W/8AwoIf8KX/AISXwZ/zz+Lf/hQQ/wCFbHxR0VtJ8OaN9q8P2unXsp3F7VMIsZQbY2bPzycFie2cV53Sp5BgKkeZQX3L/IVPCRnHmU5fedX/AMJL4N/55/Fv/wAKCH/Cj/hJfBn/ADz+Lf8A4UEP+FcpRWn+rmB/kX3L/Iv6iv55fedWPEvg3nMfxa9v+Kgh/wAKP+El8Gf88/i3/wCFBD/hXKUUf6uYH+Rfcv8AIPqK/nl951f/AAkvgz/nn8W//Cgh/wAKP+El8Gf88/i3/wCFBD/hXKUUf6uYH+Rfcv8AIPqK/nl950934k8DG1lW4h+LLQlCJFbX4SCuOc/LX2Z8MG09vh3oDaTHPFYGwiNuk7BpFTaMBiOCcV8Cal/yDrn/AK5N/KvvD4Mf8km8Lf8AYLg/9AFcWLy+hgmlRVr+n6HmZhR9k46t+p11FFFcZ5wUUUUAFFFFABRRRQAUUUUAFFFFABRRRQAUUUUAFFFFAFJtJ0ttK/sk6dZnT9mz7L5C+Tt9NmNuPbFVk8N+HUmvZk0LTFkv1K3ji0TNwD1DnHzA++a055Y4IJJpnWOONSzsxwFAGSSa8h+H3xAvr3VNTkmku9Q/tGym1PS7N7doiojJAgQsoBLJ5bcE8saAPSJPCfheTSo9Jfw7pLafG/mJamzjMSt/eC4wD71cbSdLaOSM6dZlJFRJFMC4ZV+6CMcgdh2rzqL4manJo7XCabC88dykV0EguC1krRs26aHZ5oGVC5AxznOKZN8V5pJSNO01L8W9tFNOLWOacSlwTsidEKggD+PHPHFAHoOpeHPD+phxqOh6beB23v59qj7mwBk5HXCrz7D0qDXfDtpqOlXGn2xTTvtMSW80tvCm9oVJxHyPu4ZgPTccda5I+OvEU1/bJZ6NYm2vNYl0m3aWZlcSJHJJ5jDHC4iYEdc4rM03x14mutW1fUoLK2ezs9Gtbm5t5JiBG4mu1fy+OSwjHJ/uD1oA9QGm2H9nRac9pDLaxKipFIgZQFxt4PpgVX1Lw/oGp3qXupaLpt7dInlrNcWqSOq/3QSM45PHvXCaT49msvtV9qW6TTLjULyOKZzhoSkKSxRY9GHmD6gDvTfEtvq13qvhO7Ova3pba3dCO7tLa5URxr9md8LlSQcoP1oA7pfDfh1b9tQXQtLF2ysjTi0QSFW+8C2M4OTmnzeH9BmvLW+m0XTpLmzUJbTNbIXhUdAhxlR9K4qfx7PY+J4tBRIbq3F6NOMqGSSVX2Z3yOF8tWz1QnP8q5+Hxt4ot/A3hYakI0n1a3s3hu4pN0jfvId/mDGPnVieOmcUAesazpUOpPZSs7RzWdws8Mi9QcEEfQgkGo38PaA2tDW20XTTqgGBem1TzwMY+/jd09643wz8SJtb8Qw2sOkz/wBn3F5PaxSi2m3J5TMvmO5Ty9rFD0bjI71P8QfE2paTc65cWIZhomgzagIu0sp3bd3qBtJoA6TUPC2hXSamyaZZ295qVs9vcXcVuizOrrtOXxk/jRonhTw/pFhDaWej6fGI2SQstsgLyIMCQ4HL+/WuZvA3g3Sl8Uaj4xvr6K3spri7gnkQpebIWkPkrgbThSQB2/OoNX8e6/o6RW99otk+oXf2NrSOK4Owie5jg2sxHBUyA5HBoA7TTvDvh/Tbo3Wn6JptncMzMZYLVEclsbjkDPOBn1xV6e1tp5YJpreKSS3cyQu6AmJipUspPQ7WYZHYkd683uPHl7aeJ7jT9Tht4bnTbG8mn23Wy2fYsLISWHHD4yenPXNbvw98XXHiS81OzubeOOSy8phJHFKiSK6kjAkUNxg89DQBuJ4f0e3nvbzT9OsrG/vUKzXcFuiyvnuzAZPrzVnRdPt9K0q2061XENvGEXPU+59yea8si1rxDD4m0yyvLnXEu9S1e4sbuKS3K2kcJhmeJoX2gFh5aH5WPG7OK77wPqt5qvg+3vJUEt4geJwW2iR0YqTntnGfxoA0/EP/ACAb/wD69pP/AEE07RP+QTbf9cx/KsTXb3xA2i3ofQ7ZFNu+WF/nA2nnGytvRP8AkE23/XMfyoAuUUUUAFFFFABRRRQAUUUUAFFFFABRRRQAUUUUAMX/AFz/AEH9afTF/wBc/wBB/Wn0AFFFFABRRRQAUUUUAFFFFABRRRQAUUUUAFRt/r0/3T/SpKjb/Xp/un+lAElFFFABRRRQAUUUUAFFFFABRRRQAUUUUAFFFFAEc334v9/+hqSo5vvxf7/9DUlABRRRQAUUUUAFFFFABRRRQAUUUUAFFFFABTJ/9S1Ppk/+pagB9FFFABRRRQAUUUUAFFFFABRRRQAUUUUAFFFFABTLf/UR/wC6KfTLf/UR/wC6KAPMP2pINDuPhLcp4h1K906yF5bsJ7S3E8gkDjYAhIzk18nfZPh7/wBDx4z/APCbX/4qvp/9sX/kjEn/AGFLP/0aK+Ta9XLqEqsZNTa9D1MvoSqRk1Nr0NP7J8Pf+h48Z/8AhNr/APFUfZPh7/0PHjP/AMJtf/iqzKK9L6lP/n7I9D6lP/n6zT+yfD3/AKHjxn/4Ta//ABVH2T4e/wDQ8eM//CbX/wCKrMoo+pT/AOfsg+pT/wCfrNP7J8Pf+h48Z/8AhNr/APFUfZPh7/0PHjP/AMJtf/iqzKKPqU/+fsg+pT/5+s0/snw9/wCh48Z/+E2v/wAVR9l+Hv8A0PHjP/wm1/8AiqzK6C70e3TwDp2tRrIbqfULi3kOcrsRIivHY5c1EsHJWvVlqTLCSVr1WUvsvw9/6Hjxn/4Ta/8AxVH2T4e/9Dx4z/8ACbX/AOKrU8X6TpFj4e8OahpTXLm/gmadpsAlklKcAdBxXMUQwkpK6qyCGElJXVSRp/ZPh7/0PHjP/wAJtf8A4qj7J8Pf+h48Z/8AhNr/APFVmUVf1Kf/AD9kV9Sn/wA/WaQtPh7znxx4z9v+KbX/AOKpfsnw9/6Hjxn/AOE2v/xVZlFH1Kf/AD9kH1Kf/P1mn9k+Hv8A0PHjP/wm1/8AiqPsnw9/6Hjxn/4Ta/8AxVZlFH1Kf/P2QfUp/wDP1mhPZ/DloHWXxx4z8sqQ2fDijj/vqvuP4YR2MXw78Px6ZPLcWS6fCIJZU2s6bRgkdjivgTUv+Qdc/wDXJv5V94fBj/kk3hb/ALBcH/oArysxoypON5N+p5mYUXScbyb9TrqKKK8084KKKKACiiigAooooAKKKKACiiigAooooAKKKKACiiigCprWnWur6TdaXfIXtbuFoZkDFdyMMMMjkZBNU9Y8N6Pq0NrDfWSSR2gdYVBKhVaNo2XjsUYjFcVD4+ZvisdJOo2Z0p7g6YkAdfNF0qb93rtPKfUYqwvxRt/s2r3P9ju0WnB8ol0hmBWUR/vY/vRDndnkBQSfSgDaXwD4fVQwW9+0K6sl19sk85NqlQA+c42sRjpzQ3w/8M7ESO0mij8sRypHcOq3CglsSYPz8k9euTWHP8U7SK3s1+x2X2u681lB1WIW5jj25cTd8lgAuM5znAGabN8VEazm1DT/AA7d3ljbW9vcXMgnRGVZm2hVU/eYEHPIGBwaAOxj8N6PG9syWoBtr59Qi+Y/LO6OjN/3zI4x71ly/D3wvJO032OaNniEMgjuXVZYw7vsYA4YbnY8+tc9d+O/EEvinTNLstAYXf2m6tryyNym0lIUkRvNxwMP6dTj3qTTPiIbjWru5e3l/ssW2m7ozgNayTz3UUjMe4DRIDjtzQBs+JPBNpqdrBptvHbQadJqK396jKSzupVgE5wuSoB9q6K/0uyvrmxubiEPLYyma3OcbHKFM/8AfLEfjXA+Ntc1i88MSeItB1e50uGG8FoieVHIs488RmXkZAPOPoKueIvGUngmOKx1LOqeVEss15cXUNu8geRgFjj/AI2UDkYAxjkk0AbJ8DeHjqJvjbz7/thvVj+0P5aznlpAmcAkkk/U1DZfDzwvaRRQx2crxQKiwJLcO6whWVwEBPy/Mqk49PSuZ/4WDq9rZa/cXmmyGxg1O4sra/3qNjbAYx5fUrngt6np3qW3+K1jata2V3HHNLDBZjUJftKI6yTxo42RH5nADqTjGAeM4NAHW2Pg/Q7LV/7St7eVJBLJOkXnN5SSSEl3VM7QSSScDqT61Pd6Gs3iVNWVoyklo9pdQuuRKhOV/I5/A1B4k1S4h1jQ9Js22SX9wzSPjOIo13MPx4H4mub8KXXinxJotp4ug16K0jupzJHp8kK+StuJSuxm+95m0ZznhuMYoA29P8A+GbKVWWzlnjjieGGG5uHmihjZdrKiMSFBXj6cdKztc+Gmj3mj/wBn2bTRFrmzZ5Jp5JGEEFwkvlKScqCEIGDwTntTJPiPHFbnUJdEuF0ub7Utjdecubh4FdmBTqgYRvtJznHIFVpfiFO9zotreaTdaVPqU9rJbr5qSeZDKxGG4+Ug4yPcYNAG6/gDwxJDLHcWLXBlililkmmdpJBJs3ZYnOf3aYPbAxWhoPhvTNFurq7sxO1zdhBPNNO0jybc7clj2yaxPDHj2HWPFZ8PyWMdvM1vLcR7b2OZwsbqjCRV/wBW3zqQMnv6VJ4q1bX7Hx34Usrf7JHpGoXstvPnLSysLS4lHbCqDEvqT7UAXo/COlWuoSapYxOt6PNe38yVnigkkGGdUJwpOeSOxI7mtDwzpMeiaHa6ZE28Qp8z/wB9ics34kmuQs73xKPGsWi/21HqDSW1xJqKxQAR6eP+WGG67ieNpySAx4xXSeD9ak1Xwpb6lcRsZwrJOqLkl0JVsAepFAF/xD/yAb//AK9pP/QTTtE/5BNt/wBcx/KsfXdcifRb5Bp+qgm3cZaycAfKepxWxon/ACCbb/rmP5UAXKKKKACiiigAooooAKKKKACiiigAooooAKKKKAGL/rn+g/rT6Yv+uf6D+tPoAKKKKACiiigAooooAKKKKACiiigAooooAKjb/Xp/un+lSVG3+vT/AHT/AEoAkooooAKKKKACiiigAooooAKKKKACiiigAooooAjm+/F/v/0NSVHN9+L/AH/6GpKACiiigAooooAKKKKACiiigAooooAKKKKACmT/AOpan0yf/UtQA+iiigAooooAKKKKACiiigAooooAKKKKACiiigAplv8A6iP/AHRT6Zb/AOoj/wB0UAcR8c/BN78QPAMvh3T76CxuGuYZ0lmQso8t92CBz2rwn/hmbxx/0Nmhf+Akn/xVfWFFbUsRUpfA7G1OvUpL3HY+T/8Ahmbxx/0Nmhf+Akn/AMVR/wAMzeOP+hs0L/wEk/8Aiq+sKK1+vYj+Y0+u1/5j5P8A+GZvHH/Q2aF/4CSf/FVxPif4fWfhnWptF174reFLDUIQpkgks5yyhhkZxnqK+5q+dNYjjf4z+Od8at+9s+oz/wAsBXm5tn2Iy/CyxF3K1tL23djpwlSviKqp89jxH/hHPDf/AEWbwh/4BXFH/COeG/8Aos3hD/wCuK968iH/AJ4x/wDfIo8iH/njH/3yK+P/AOIk1/8An2//AAL/AO1PY/s6v/z+/A8F/wCEc8N/9Fm8If8AgFcVqacLfTtPfT7H4+eHLa0kLF4Y7e5VGLDByPcAV7N5EP8Azxj/AO+RR5EP/PGP/vkUn4kVnvS/8m/+1E8trPer+B4ZNo+iTW8FvN8bPCjw24YQo1pcEIGOTgdsnmoP+Ec8N/8ARZvCH/gFcV715EP/ADxj/wC+RVux062uLa8laNAYIg6gKOTkD+taU/EXE1JcsaX/AJN8/wCUUsBWgrut+B89f8I54b/6LN4Q/wDAK4o/4Rzw3/0Wbwh/4BXFfR1to9jNost0BG1yu4+UpUEKMfMRjPesvyIf+eMf/fIq6viFiqSi5Ut1f4v/ALUUMFWm2lWenkeCjw74bOf+LyeERz/z5XFH/COeG/8Aos3hD/wCuK968iH/AJ4x/wDfIo8iH/njH/3yKx/4iTX/AOfb/wDAv/tS/wCzq/8Az+/A8F/4Rzw3/wBFm8If+AVxR/wjnhv/AKLN4Q/8ArivevIh/wCeMf8A3yKPIh/54x/98ij/AIiTX/59v/wL/wC1D+zq/wDz+/A8CuPDPhmWCSNvjN4QCspBP2K44Br7Z+GNrBZfD3QLO1vYr6CGwiSO5iBCSqFGGAPODXiXiiGEeGtT/cx/8ekv8I/umvYvgx/ySbwt/wBguD/0AV7uT8RTzuMpTjblt1vv8keRmeHnRceefNc66iiivaPLCiiigAooooAKKKKACiiigAooooAKKKKACiiigAooooA5hvAuhN4cXRfKkAWcXIugR54mEvm+Zv67t/P6VVk+HulSXst5Jfam05jeOCT7Rh7cM6udrDk/Mq9SeBjpXYnpXCeFvH6aje622pww2en2kcl3ZTgk+faxlleQ/Rkbp2I9aAJYvhvo0L/are7voNQLyM95G6h3DhQykY24+Ve3UZq+PA+i/YLyyJuWjvIYIZi0pLERHKnJ7561B/wsTw79jiuf+JiDPMsMEJsZBLKxQuNq45G1Sc+1PuviD4atynmT3e3yVmmcWkhFujHAMvHydD1+vSgA1TwLpt5rH9sRXl/Z332h7hZYJtpDPGsbcYxjag4qjq/gS3t/Dmp2Og20clxqNjDYSfarhlUIjyt5mQpJYGZ29zjkVauPiN4ahvjZ7tRlf7U9mjRWErpJcKCxiVguGbCk4HYGs+D4naS+u3ULR3TaamnW15HPHZysyb5J0k80AfIFMS9cdT6UAdB/wiunP4QtPDUu82tukQBU4JMZBB/EjNUfEngHSNc1W81C4uL2F723jt7pYZABIkZYp2yMbj0xmjQ/GtjdX15a30kcDLdXMdqyqxSSKBUZmLdM4fOO4BI6GsvX/EnioalobaDLoj6brk4itWuraYSxjyWk3NhhnOw8YHUUAXn+HOiyS3IkutQe1ubl7uW1ab90ZmXbvx2wO3TPNSj4f6PHeJcW9xfW6lYFnijlws5hVVQtxnO1VBwRkAVMfGml2+oR6TdtcfbTL9mMy2kgt2uNu4orkY/X2zmudsfijb3fhDStQW2eLU72K1fypreSOF/MkjSTy2I+faXPQ9vSgDr/ABDpE15qWj6lZsguNPuCxDnAaJ12uM+uMH8Ky2+H+lGdlW81FdNa6+1Npqz4tzJv3n5euN3zbc4zVzT/ABt4fvtZGl29xM0rTSW8cpgcQySxkh0WQjaxBBHB7H0qDxb4vh0C6vDLHvttN0uXUr1h94Iv3VX/AGiQetAFHVfh3Yyadew2VzckmG6+w20037i3lnR1ZgMZA+dvXAJxRo/w50+G20uTVLu9vb2xW28uSSbcI/J5CrwPlyT15PFWLDVPGNm0GoeJLTR4dKkgea7+zyMH04Khb52c4kHBBIC4POMU5/iN4YispLq4lvrZE8kqk1jKjyLNII42RSuWBZgMgd6AF8L+AdJ8PahZ3lncXrmyt5LW3SSQFUidlJGAOTlF5PNbmq6Paalf6Xe3HmCXTLh7i3Ktgb2hkhOfX5ZW/HFYKePNIk1IQi4aBIra5mure4tZUuE8ryyflxxw44PJyMd61vDniXTdelu4LMXUU9oVE0NzbvC67hlThgOCKAMrQfBaeHZLm60vVdSmkkaWUwXE4Mckr55bjJ5P6VseEdI/sPw9aaaXEkkalpXHRnYlmP5k1hDxhc3nxCfwzplpG9sumXVwLtycPcRSQKYwB1UCYZPrx2NbvhvW4dW8N2+sMvlB4yZV67GUkMPwINAFjxD/AMgG/wD+vaT/ANBNO0T/AJBNt/1zH8qyde1/SX0S+RbrLNbuANjddp9q1tE/5BNt/wBcx/KgC5RRRQAUUUUAFFFFABRRRQAUUUUAFFFFABRRRQAxf9c/0H9afTF/1z/Qf1p9ABRRRQAUUUUAFFFFABRRRQAUUUUAFFFFABUbf69P90/0qSo2/wBen+6f6UASUUUUAFFFFABRRRQAUUUUAFFFFABRRRQAUUUUARzffi/3/wChqSo5vvxf7/8AQ1JQAUUUUAFFFFABRRRQAUUUUAFFFFABRRRQAUyf/UtT6ZP/AKlqAH0UUUAFFFFABRRRQAUUUUAFFFFABRRRQAUUUUAFMt/9RH/uin0y3/1Ef+6KAH0UUUAFFFFABXzn8QNO8U6X8VfEmpaba+Hbu21I27qLvXUtZEKRBSChUmvoyvmbxVomj6r8avGz6lplpeMkloEM0QcqPIHTNeNn1WhSwM5YiHNHTS9up25fGpKulTdn3IPtnjn/AKAvhD/wrIv/AI3R9s8c/wDQF8If+FZF/wDG6sf8Id4U/wChd0v/AMBl/wAKP+EO8Kf9C7pf/gMv+Ffn39pZH/0CP/wJ/wCZ9F9Wx3/P1fcV/tnjn/oC+EP/AArIv/jdH2zxz/0BfCH/AIVkX/xurH/CHeFP+hd0v/wGX/Cj/hDvCn/Qu6X/AOAy/wCFH9pZH/0CP/wJ/wCYfVsd/wA/V9xX+2eOf+gL4Q/8KyL/AON1YstY+INmztBpHg9d42sD4qiII/GOj/hDvCn/AELul/8AgMv+FWbTwJ4WuILmVfD+lKIEDkG1XnkD0960o5lk/OvZ4V3/AMT/AMyJ4bGcvvVVb0IX174iNFJF/ZXhAJJncB4phHXqP9X7VU+2eOf+gL4Q/wDCri/+N1r2/wAP/Cc+nS3S6PpG+IbjF9kXOMgdcY79Kof8Id4U/wChd0v/AMBl/wAKuvmOU2jKphW7rT329PvJp4fF6qNVfcVhfeODn/iS+EOD/wBDXF/8bpftnjn/AKAvhD/wrIv/AI3Vj/hDvCn/AELul/8AgMv+FH/CHeFP+hd0v/wGX/CsP7SyP/oEf/gT/wAzX6tjv+fq+4r/AGzxz/0BfCH/AIVkX/xuj7Z45/6AvhD/AMKyL/43Vj/hDvCn/Qu6X/4DL/hR/wAId4U/6F3S/wDwGX/Cj+0sj/6BH/4E/wDMPq2O/wCfq+4ztUbxzfaZdWf9keEI/PhaPd/wlURxuGM48uvob4Y6fPpPw90HTLloXmtbCKJ2ifehIUA4I6j3r578SeEfC8fh7UZI/D+mK62sjKwtlBBCnnpXvPwY/wCSTeFv+wXB/wCgCvsOF8Rgq0KjwlLkSavre+542a060JR9rLmOuooor6o8kKKKKACiiigAooooAKKKKACiiigAooooAKKKKACiiigCj4hs7rUdCvrCxvjp9zcW7xRXQj3mFmUgOFyMkZz1rkT8MNFs206Tw6y6PNaW8tpJIkQkM8LxFCrBjjIba4JBGV5BzXeVyPhrx1Y6xf6zBJAbKDTdzpcSSDbcQqWVpR6KGRh36ZoA5+H4XXUdhNCdY0xmkmSQ250o/YyFRlz5Rl3Kx3Z3K68gcY4qMfCMRn93rUExngjhvJLuw85ztJ5iJfCfKduGDgAD8euXxx4Xaz+1DVI9nmCILsbezFSwAXGT8oJ6dBUk3jPwzCbfzNWgAnjWRGGSAjHAZjj5QTxzigCha+CI7eTTmTUPlsdcm1YL5H3t8U0fl9eMebnd/s9OeMaH4a6jaPfJY+Jo47fUbJLK7jk0/cTGss8m5G8wbW/fleQRxnB4x0d1488KW169nNrECzpI0RUKx/eKMlBgctjJx1qlH8R/DZ1uWwkvI0txZW93DdZJWRZXlQjAHyhTEMk/3hQBgeKfAsi6Rb6Hppu5XutY+1LdRoFW0iKqkiuSeQY9y++egrtdX8PR317oE8U/2dNHuTOkYjz5g8p4wuc8ffznnpUWi+LNO1C9u7OR47aaG5nhiVpM+ckIQu446DzF4rH13xnrdrqWlRaT4fsdSstXm8qxujqZj3nymkJK+WcDCt3PagCnc/Da5uPE51iXXYXVdU/tCPfZFpwOf3JkMmNgzgYUEDGc94YPhhfSabo+n6l4ljuodFihisDHYeWwCOjEv+8O7hNoxjAOTuNdXH4u0UX66XcXkMepbvLeBWLKsu3cY9+ME4/H2rDsPifot94YstVtgr3VzHbO1nvIZPNdEOGIw20vzj07UAR+HPhrDoviGO+hvbV7KC6nuoIjYj7QGlZmKtKWIKgu2MKDjAJPfR1/w2upeJrtbu3a40vWdJfT7wA42YJx9MhmH1Fa1r4o0K61htJt9RhkvFdk2DOCy/eUHoSO4HSoPEfiqx0O6mjul/c2lhLqF5Ln/Uwp3x3JOcD2oAxJ/A+tarp7aP4k8Wvf6T9kmtfKt7T7PLMskbRkzPvYOQrHoqjPOKx/F3gbxJc6fb3T61HqGqQ3OmwW0kNiIlhhivYpHlZS7b2AXceQPlwAK6nSvEmvSXFtJq/hc6bp9zG0i3AvBI1uAu79+u0BOPQsAeKmTx14Uaxmvf7at1t4THvd8rjzGCoRkchmIAIoA5y8+Gl5fXl7ql14maPVL20uLeWe2tPLVTKIgpRS5ICiLBGSTuPIrY8CeDJPDeoaley31rM1+kStFbWhgjjKAjIy7k5z3NWo/GmiTXMYhvrU23kTzTSPLsaIRbN2UIzjD5J4xx1zWjoPiDSdcE/9mXaztAQJV2lWXIyMggHkUAc3D8P9I0fxRbeJ9MFyrWVndRrZrI7CR5XjfcCW4/1ZG3GDuz2FbfgPSptH8LWlndcXJ3SzD0d2LEfhnH4VlXHjHUrbWbOyufDjww6hcTW1i7XI8ySSON5MtHt+VCEOGycZXIGa6HQtXtdW0K31aNhFDLHvbecbCOGBPsQR+FAD/EP/ACAb/wD69pP/AEE07RP+QTbf9cx/Ks7X9Z0htEvlXVbFmNvIABcKSTtPvWjon/IJtv8ArmP5UAXKKKKACiiigAooooAKKKKACiiigAooooAKKKKAGL/rn+g/rT6Yv+uf6D+tPoAKKKKACiiigAooooAKKKKACiiigAooooAKjb/Xp/un+lSVG3+vT/dP9KAJKKKKACiiigAooooAKKKKACiiigAooooAKKKKAI5vvxf7/wDQ1JUcv34v9/8AoakoAKKKKACiiigAooooAKKKKACiiigAooooAKZP/qWp9Mn/ANS1AD6KKKACiiigAooooAKKKKACiiigAooooAKKKKACmW/+oj/3RT6Zb/6iP/dFAD6KKKACiiigAr528Z2PijTPiz4p1C38F69qtlqDWzQXFlEjIdkQVh8zDnNfRNFcmOwVLHUXRrfCzahXnQmpw3Pmz7d4r/6Jn4w/8Bov/jlH27xX/wBEz8Yf+A0X/wAcr6Torwf9Tss7P7zv/tnE919x82fbvFf/AETPxh/4DRf/AByj7d4r/wCiZ+MP/AaL/wCOV9J0Uf6nZZ2f3h/bOJ7r7j5sN/4qA5+GnjAf9u0X/wAcq1p2veKrPzQPhf4pmWVNjLJbR4xnPaUV2P7WDyR/Bm+8qaWItd2qFo3KnaZVBGRz0r5m/sKx/v3v/gbL/wDFVw4rJcqy6cW4yu+zPXy6njs0hLklFJd/+Ae3P4m8VNYSWS/CnxJHG7bsrbJkH/v7Wd/aHij/AKJt4u/8B4v/AI5XkP8AYVj/AH73/wADZf8A4qj+wrH+/e/+Bsv/AMVXFVw+T1bc8J6eaPThkmZw+Gcfx/yPXRqXig5x8NvF3H/TvF/8cpf7Q8Uf9E28Xf8AgPF/8cry2XwjBHpEGptJdeRNK0SgXsudygE/xe4qzq/geLTbC0vZLmWWG6ztMWoStggAkH5vcVP9mZPZv2c/vJ/s7Mbpe1hrp16b9D0n+0PFH/RNvF3/AIDxf/HKP7Q8Uf8ARNvF3/gPF/8AHK8h/sKx/v3v/gbL/wDFUf2FY/373/wNl/8Aiqj6jkn8k/vNf7IzX+eP4/5HqetXHiy80e8s4vhv4sEk8DxqWgixkqQM/vK96+Fdjd6Z8N/D2n30LQXVtp8Mc0bdUYKAQa+KtU0a0h0y6ljlvVdImZT9sl4IH+9X2f8AB2SSX4V+GJJXaR20yAszHJJ2Dkmvp+HqOCpQn9Vi0tL3PnM9wmKw0ofWJJ3vax1dFFFfRHgBRRRQAUUUUAFFFFABRRRQAUUUUAFFFFABRRRQAUUUUAUPEMWpT6FfQaPNDBqMlu6Wss2dkchUhWOOcA4P4Vwo+F0OlLpx8O3ThobGbT7tdRuZrmKaGSMj/VsxAxJtYqNoILDIzXpNYfh/xTpOualqmn2MjmXTJvKn3rgE+qnuMgjPqDQBwcXw61wWRjkj0x4UnjkhsG1C6Kw7Y2UvDcf6yI5YfKARgEd81CfhdrX777ReWmpyX9tHBdSXN7coItuR92MgTDaQPm2kkZJ5r08a1pBs2vRqll9lVtjTfaF2BvQtnGalk1LT45II5L62R7j/AFCtKoMv+6M8/hQBx1n4HubeXS2861K2XiKbVm4OWjeGaNVHH3gZVPPoeaxbX4feJrA6nDaXOjy2+qacljM0pkDwgTXD71wvzcT42nGSOoxz6RLq+lRSvDLqVmkiKXdGnUFVHUkZ4AqnH4n0Vtal0k30KTJBBOrNIoSRZmkCBDn5j+6bge1AHnnifwbe2Wj22k2NxI2o3WstJazxRswjt3RYphIf4cx7vxx1xXc6x4ca4vfDL2TxRW+jXRlZGzlk8h4wBjv8wP4Vo6VrWn6lPdwW8mJbW4kt3R8Alk27iB3A3Dn3rD17x1b6TqltYnQ9YvPtcnlWs1tErxztsL4U7ueAfyoA5+88B+IrrxQNRnvrWaKLWDfxSPdzZEPOIhCB5alQcb+S2OevFSL4c+I7nRvD2mahdaTEugQwxQSW5c+fteMksCo2/Kh6ZyTnjpXpUWr2DSJbvcxRXbRCQ2ryKJlGM8rnNZcHjTQZ/DtvrkN0JIJ1t28tSDKgnKhNy5yv3x1oA5fwt8OrrRvEFvK/2SeztL+5vIbh7q4aZvNZ2C+UW8tSN5BYZyBnAJrT8UeHF1bxJqVjexynTte0V7CSRBzEwJ/LhyR7iuwS+snvHs0u4GuUAZ4RIC6j1K9RVPVdd07TbsW95KIyLeS6kc/diiQfM7HsKAOU1Hw5428Q6NLoGvatp1rYSWM9pcXFgGMt4ZImjDMrDEYG7dgFuQOcVgeNfC3iy4sbXUbiLS3v7afS7S2htQ7xMEvoXaWQEAhQFztGcAHk12+i+M7PU760t/7L1W0jvVLWc9zb7UmAG7jupxzg4rbj1TTJYpJY9QtHjjcRuyzKQrZxtJzwc8YoA851D4f+Jb7V9Q15dTsLDUr6zuodsJZ0haRYVTDFQTxEctgEbhgcVu/D7wrqWhazq+o3zW6rfpCFiS7muXQoGB3SS8tnIrpY9YsZrm3it5knjnikkWaJ1aMBCoPIP+1+lT2N/Y38Rlsby3uowdpaGQOAfTIoA4jSNG8Waf4qvfEWuRaNfqTII5kuJTNb2/JWKKMx7QTgbuck9zgCt74e6ZNp/g+0tb2MCWTfNJGw+6ZGLbce2cVIvizR5fEF9oNtK9zfWNqbmdI1yFGcbc9N3tWrpd9b6lp0F/aPvgnQOh9jQBQ1/T7BdDv2WytwRbSEERjj5TVzRP8AkE23/XMfypniE/8AEhv/APr2k/8AQTT9E/5BNt/1zH8qALlFFFABRRRQAUUUUAFFFFABRRRQAUUUUAFFFFADF/1z/Qf1p9MX/XP9B/Wn0AFFFFABRRRQAUUUUAFFFFABRRRQAUUUUAFRt/r0/wB0/wBKkqNv9en+6f6UASUUUUAFFFFABRRRQAUUUUAFFFFABRRRQAUUUUARzffi/wB/+hqSo5vvxf7/APQ1JQAUUUUAFFFFABRRRQAUUUUAFFFFABRRRQAUyf8A1LU+mT/6lqAH0UUUAFFFFABRRRQAUUUUAFFFFABRRRQAUUUUAFMt/wDUR/7op9Mt/wDUR/7ooAfRRRQAUUUUAFFFFABRRRQAUUUUAeVftV291dfBy9js7W4upFu7Z/LgiMjlVlUnCjk8Cvmj7fcf9AHxB/4Kp/8A4mvp39p7VNU0j4SXl3o+pXWnXRureMXFtJskVWkAOD24NfOP9o+MP+ijeM//AAZn/CvAzlYRyh9Yb62sfV8OSx6hU+qKLV1e5Q+33H/QB8Qf+Cqf/wCJo+33H/QB8Qf+Cqf/AOJq/wD2j4x/6KN4z/8ABmf8KP7R8Y/9FG8Z/wDgzP8AhXi8mVfzSPpufPf5YfiX7LxVajw6mkX/AIL8R3flTPLFKlpPHtZgByPLOeg70zWfFZvtHtNMtvCGvWkcDmQn7BcSZYqAduU+UcZxk8moWl8cR2SXrfEHxoLeVyiyf2mcMwxkdPcVJeHx9Z29vcXXj3xvDHcqXhZ9SI3qDjI4rdyy/lteVrdlt9xxqnmvOpcsL3f2nv10uY32+4/6APiD/wAFU/8A8TR9vuP+gD4g/wDBVP8A/E1f/tHxj/0Ubxn/AODM/wCFH9o+Mf8Aoo3jP/wZn/CsOTKv5pHZz57/ACw/EyNTu7qbTrmGPQfEBd4mVR/ZU/JI/wB2vsr4QQzW/wALvDNvcRPDNHpsCujqVZSEGQQehr5F1HV/Gdvp9xPH8RvGW+OJmXOpnGQPpX178KLy61D4aeHL6+uJLi5n06GSWWQ5Z2KjJJ9a97JlhVGf1dvpe58nxI8a5U/rainra3yOnooor2z5oKKKKACiiigAooooAKKKKACiiigAooooAKKKKACiiigCj4gmv7fQ76bSrZbq/S3c20LNtDybTtBPYZxXmUHw+17RIbRINQk1qO40u503UYXCW+fMRnDh1GSfNJGTkgSE9q9booA8Si8HeJPsaGTTJwttdRyW0qR2q3SkQvGd6bfKmUBtvKhsHIORUEvgXxbIsy3tmD9tsoYEjskt0jt9hbjLqzR9Q+Yzwc46CvdKKAPLIPAMrXml3F3pdrPLH4pnv7qWRVZntzBOqknHPzNFx7A9qxLbwPrVo+pxTeGLe9N5pEdhaT+Yn+isJ7l+h6LiSM5H90V7dRQB4t4h0XVtC02Bo7mFdeuNZmhswZBvuYLiNIpSB1OMLJ7FBXd6r4dnjufBsOnRBrXR7stKc42xi3kjB9+WH511bxRu6yMilkztJHIz6U+gDyG+8MeKLrxmL3+zIooYtdN3uhSFUkgwVV2cgyM5GMjIAxjGKzLLwLr76H4asYfDsOlzaRBBHeSLIn+lsJYmbkcn7rOc9+K9xooA8i8H+DPEGn+LLaTUBcyC21O7u3uwYAkqSu5XLBPNYkMoKscDb6AVs+NtBfW/EWuaLNKYF13w9JZ20x6I4Lbh/wCPKcegr0SkZVZlYqCV6HHSgDz7Vn8deINAuNCj0eLQ55tPngnvWnDqkjQsiGHbz98g5PQD1ri/Gug3sek293/wisGm2iS6RYSaeHTbeSC/g4O3jbjK5P8AeNe7UjKrDDKCMg8juKAPGr7wj4mm1jVdY0/RLWCG7sb2ODT53GxWkWBQGCnHz+W5IB+vWum+F2h6xpeua3eajbSQwXiW/k70hjJKqwb5IgFXt6n3r0CigDmbjT5bXx/L4gkjRNPTRjC8mQPnEu88fTvUfw2sWXwJaW97CCk/mSeU4yBG7syqR9CK6l1VlKsAQeoI60o4GB0oA5nXfC/huLRL6RNB0tHW3dlYWqAghTz0rW0S4g/sm2/fR/6sfxD0q9IiyIySKGVhhlIyCPSuX8K+H9BfTZmfRdNY/bboZNqh4E7gdqAOm+0Qf89o/wDvoUfaIP8AntH/AN9Cs/8A4R3w/wD9ALTP/ARP8KP+Ed8P/wDQC0z/AMBE/wAKAND7RB/z2j/76FH2iD/ntH/30Kz/APhHfD//AEAtM/8AARP8KP8AhHfD/wD0AtM/8BE/woA0PtEH/PaP/voUfaIP+e0f/fQrP/4R3w//ANALTP8AwET/AAo/4R3w/wD9ALTP/ARP8KAND7RB/wA9o/8AvoUfaIP+e0f/AH0Kz/8AhHfD/wD0AtM/8BE/wo/4R3w//wBALTP/AAET/CgDQ+0Qf89o/wDvoUfaIP8AntH/AN9Cs/8A4R3w/wD9ALTP/ARP8KP+Ed8P/wDQC0z/AMBE/wAKAND7RB/z2j/76FH2iD/ntH/30Kz/APhHfD//AEAtM/8AARP8KP8AhHfD/wD0AtM/8BE/woA0PtEH/PaP/voUfaIP+e0f/fQrP/4R3w//ANALTP8AwET/AAo/4R3w/wD9ALTP/ARP8KALi3EHnP8Avo+g/iHvUn2iD/ntH/30K5mx8P6C3inVEOi6aVW3tsD7KmBky57Vrf8ACO+H/wDoBaZ/4CJ/hQBofaIP+e0f/fQo+0Qf89o/++hWf/wjvh//AKAWmf8AgIn+FH/CO+H/APoBaZ/4CJ/hQBofaIP+e0f/AH0KPtEH/PaP/voVn/8ACO+H/wDoBaZ/4CJ/hR/wjvh//oBaZ/4CJ/hQBofaIP8AntH/AN9Cj7RB/wA9o/8AvoVn/wDCO+H/APoBaZ/4CJ/hR/wjvh//AKAWmf8AgIn+FAGh9og/57R/99Cj7RB/z2j/AO+hWf8A8I74f/6AWmf+Aif4Uf8ACO+H/wDoBaZ/4CJ/hQBofaIP+e0f/fQo+0Qf89o/++hWf/wjvh//AKAWmf8AgIn+FH/CO+H/APoBaZ/4CJ/hQBofaIP+e0f/AH0KPtEH/PaP/voVn/8ACO+H/wDoBaZ/4CJ/hR/wjvh//oBaZ/4CJ/hQBofaIP8AntH/AN9Co2uIPPT99H90/wAQ9qp/8I74f/6AWmf+Aif4Vk3vh/QR4p01BoumhTb3BK/ZUweY/agDpvtEH/PaP/voUfaIP+e0f/fQrP8A+Ed8P/8AQC0z/wABE/wo/wCEd8P/APQC0z/wET/CgDQ+0Qf89o/++hR9og/57R/99Cs//hHfD/8A0AtM/wDARP8ACj/hHfD/AP0AtM/8BE/woA0PtEH/AD2j/wC+hR9og/57R/8AfQrP/wCEd8P/APQC0z/wET/Cj/hHfD//AEAtM/8AARP8KAND7RB/z2j/AO+hR9og/wCe0f8A30Kz/wDhHfD/AP0AtM/8BE/wo/4R3w//ANALTP8AwET/AAoA0PtEH/PaP/voUfaIP+e0f/fQrP8A+Ed8P/8AQC0z/wABE/wo/wCEd8P/APQC0z/wET/CgDQ+0Qf89o/++hR9og/57R/99Cs//hHfD/8A0AtM/wDARP8ACj/hHfD/AP0AtM/8BE/woA0PtEH/AD2j/wC+hR9og/57R/8AfQrP/wCEd8P/APQC0z/wET/Cj/hHfD//AEAtM/8AARP8KALk1xBvi/fR/f8A7w9DUn2iD/ntH/30K5bxFoGgrqfh8LoumqG1EqwFqgyPs05weOeQPyrZ/wCEd8P/APQC0z/wET/CgDQ+0Qf89o/++hR9og/57R/99Cs//hHfD/8A0AtM/wDARP8ACj/hHfD/AP0AtM/8BE/woA0PtEH/AD2j/wC+hR9og/57R/8AfQrP/wCEd8P/APQC0z/wET/Cj/hHfD//AEAtM/8AARP8KAND7RB/z2j/AO+hR9og/wCe0f8A30Kz/wDhHfD/AP0AtM/8BE/wo/4R3w//ANALTP8AwET/AAoA0PtEH/PaP/voUfaIP+e0f/fQrP8A+Ed8P/8AQC0z/wABE/wo/wCEd8P/APQC0z/wET/CgDQ+0Qf89o/++hR9og/57R/99Cs//hHfD/8A0AtM/wDARP8ACj/hHfD/AP0AtM/8BE/woA0PtEH/AD2j/wC+hR9og/57R/8AfQrP/wCEd8P/APQC0z/wET/Cj/hHfD//AEAtM/8AARP8KAND7RB/z2j/AO+hUc9xB5Lfvo/++hVP/hHfD/8A0AtM/wDARP8ACsrxd4f0FPDl4yaLpqsEGCLVAR8w9qAOl+0Qf89o/wDvoUfaIP8AntH/AN9Cs5PDvh/aP+JHpnT/AJ9E/wAKX/hHfD//AEAtM/8AARP8KAND7RB/z2j/AO+hR9og/wCe0f8A30Kz/wDhHfD/AP0AtM/8BE/wo/4R3w//ANALTP8AwET/AAoA0PtEH/PaP/voUfaIP+e0f/fQrP8A+Ed8P/8AQC0z/wABE/wo/wCEd8P/APQC0z/wET/CgDQ+0Qf89o/++hR9og/57R/99Cs//hHfD/8A0AtM/wDARP8ACj/hHfD/AP0AtM/8BE/woA0PtEH/AD2j/wC+hR9og/57R/8AfQrP/wCEd8P/APQC0z/wET/Cj/hHfD//AEAtM/8AARP8KAND7RB/z2j/AO+hR9og/wCe0f8A30Kz/wDhHfD/AP0AtM/8BE/wo/4R3w//ANALTP8AwET/AAoA0PtEH/PaP/voUfaIP+e0f/fQrP8A+Ed8P/8AQC0z/wABE/wo/wCEd8P/APQC0z/wET/CgDQ+0Qf89o/++hUdvcQeRH++j+6P4hVP/hHfD/8A0A9M/wDARP8ACsnwZoGgyeEdIeTRdNdmsoizNaoSTsHfFAHTfaIP+e0f/fQo+0Qf89o/++hWf/wjvh//AKAWmf8AgIn+FH/CO+H/APoBaZ/4CJ/hQBofaIP+e0f/AH0KPtEH/PaP/voVn/8ACO+H/wDoBaZ/4CJ/hR/wjvh//oBaZ/4CJ/hQBofaIP8AntH/AN9Cj7RB/wA9o/8AvoVn/wDCO+H/APoBaZ/4CJ/hR/wjvh//AKAWmf8AgIn+FAGh9og/57R/99Cj7RB/z2j/AO+hWf8A8I74f/6AWmf+Aif4Uf8ACO+H/wDoBaZ/4CJ/hQBofaIP+e0f/fQo+0Qf89o/++hWf/wjvh//AKAWmf8AgIn+FH/CO+H/APoBaZ/4CJ/hQB5p+1tc26/Be9kaeMKl7asx3DgCZcmvmX/hLPDX/Qcsf+/or7kbw34dYYbQdLI9DaR/4U3/AIRfw1/0L2kf+AUf+FeZj8shjXFyk1Y9vKc7qZbGUYRT5u58O/8ACWeGf+g5Y/8Af0Uf8JZ4Z/6Dlj/39FfcX/CL+Gv+he0j/wAAo/8ACj/hF/DX/QvaR/4BR/4V5/8Aq3R/nf4Hrf65Yj/n2vxPj+28deAp/CkOl33iFIZ7eeSZDEVZW3AAA5Ix0qrrfxE8M6jpGlWr69bvNZxujvJMDkFsjH0FfWnh/wANeHGu9XDaBpTbb4hc2cZwPLTgcVrf8Iv4a/6F7SP/AACj/wAK2eRU2rc72sc0eKKsZc3s1u3u+u/5nw7/AMJZ4Z/6Dlj/AN/RR/wlnhn/AKDlj/39FfcX/CL+Gv8AoXtI/wDAKP8Awo/4Rfw1/wBC9pH/AIBR/wCFY/6t0f53+B0/65Yj/n2vxPhPVvFXhyTS7pE1qyZmhcACUcnBr7R+DM8I+FHhYGaMH+y4P4h/cFbf/CL+Gv8AoXtI/wDAKP8Awp48OeHgMDQtLx/16R/4V6eX5dDBKSi73PFzbN6mZOLnFLl7Gh9og/57R/8AfQo+0Qf89o/++hWf/wAI74f/AOgFpn/gIn+FH/CO+H/+gFpn/gIn+FegeQaH2iD/AJ7R/wDfQpySRucJIjH2Oazf+Ed8P/8AQC0z/wABE/wqxY6XpljI0ljp9pauwwzQwqhI9DgUAXKKKKACiiigAooooAKKKKACiiigAooooAKKKKACiiigAooooAKKKKACiiigAooooAKKKKACiiigAooooAKKKKACmQRRQoVhjWNSxYhRgZJyT9SSTWH8Rru7sfA+r3di7R3EdsxR16r7j6CsHwMv9neOtU0Wxu7m400aPY3hWa4eby55HnViGYkjcsanGe2e9AHe0UUUAFFFFABRRRQAUUUUAFFFFABRRRQAUZqG+jmms5Yre4NvK6kJKFDbD64PWvJtBN3ceGfDmkahqV9c29z4i1S3u52uGSSZY7q52KzqQQPlUYBHTHSgD1tY4VmeZY1EjgBnA5YDOAT7ZP51JmvDtGnn1f7fp+qatfrYaXbaqbC4W8dGcQ3kkaSFwQXKIoGTnPU5p3hnUtU1DS7TxNqN5dx67/bVhaGDz3VBFJDAXTys7eRI75xn8qAPb6KKKACiiigAooooAKKKKACiiigAoopsuTGwDbTg4b096AHZqNoommWZo1MiAhXI5APUA++B+VeJ37T2+ianqnhnV9TbSobaOyuNSmvHc3sjTxpLcR7iQAil/nUBc9OBWheo1t48i8IwXt8PD89/B5w+2SFgxtpn8rzC24BmRSRntjvQB7BmivDNMkm1G48UWOoatqCWehWdw+lyi9kRl2ySfvCwbLlSoX5s9PevY/DNxcXnhvTLu8GLmazikmGMYdkBb9SaANCiiigAooooAKKKKACiiigAooooAKM0V5X4ukbTPFmla5pupTXEEurG1vZEv2cq7xuiW/kZ2bA5Qk/eGM+tAHqEsUMjxvJGjtE2+MsMlWwRkehwSPoTUma8GvdS1LS/Den6lpuo3rXureHru61ItcvJ5brJB+9AJIQr5jrxgflWpdxmD4kW3g6G/vv+EdnuoXl/02Qt5htLh/K8zduAYxo+Ae3oaAPZaK5b4XXE9x4TXz55JxDdXEMUsjFmeNJWVCWPJ4A5rqaACiiigAooooAKKKKACiiigAooooAKZNHFPG0U0ayI3VWGQa8p+M/im7tb+LTIjq9ja2c1rNNPb2M7i6ZpVxGJEQqFC5Lc5JKqO9Q315dEX3iWG7vDq8XiZbK3hM7hTBuVRF5WcYKHdyM5OaAPX+KK8E1a+vtP8O+GdSsNUvzd67av/ashu3b5SyFpACcRlS20FcYDYr0fwEv2HxX4n0S1uLibTbQ2kkCyztMYnkjJdAzEnHyo2M8b/egDtKKKKACiiigAooooAKKKKACiiigAoori/ihY6hqp0fTdP1G1tWkumeSOW9kt2nVY2O1TGQzYOCQCOBQB2eRTII4YIUhgjWOJFCoijCqB0AHpXiI1L+2dFv7p7i/01NJ8OS3Fkq6hKcXUc88bybi2ZRmFMbs5Vx61Yu9Q1VrbUfEbXF2uu2uuW1nBaidwgiaGEmPys7Tu3u2SM+/FAHtWaK8q+Gckkd54RuItRu7uTWdB+2aiZblpA8pWNt+CSE+ZmGBgdu1eq0AFFFFABRRRQAUUUUAFFFFABRRRQAUZri/i9dahDoGn22nlg19qlvaykTGH92xOcuOVBIAOOecDrXI6EHvvE8HhHU5buGztri785IdQlMckgjhZFSTIfaFkJ2k8HPbFAHr0ccMbOY41Qu25yoxuPTJ/IVJmvBLfUb/UvBmuapqGr3yXWi6AbjTJ1unQs6GXZKQCBIW2JnIOc471u+Hbu+bUdA1uW6u/7W1DxFc2N5bm4cp5CxTnZ5edq7fLRsgZ9+aAPXqKKKACiiigAooooAKKKKACiiigAooooAKKKKACiiigAooooAKKKKACiiigAooooAKKKKACiiigAooooAKKKKACiiigAooooAKKKKACiiigBs0cc0TwzRrJG6lWVhkMD1BFUNE0PSdEiki0mwgs0lbdII1xuOMDJ9hwPStGigAooooAKKKKACiiigAooooAKKKKACiiigArMuvD+jXOmtps+m272jStN5RXgSM5dnHoSzE59Sa06KAMa78K+HLuytLK40WyktrQbbeIxDbGPQD0PcdDUr+H9FfWU1ltNtjqCABZ9g3DAwD9ccZ644rUooAKKKKACiiigAooooAKKKKACiiigApk0aTRPFIoZHUqynuD1FPooA5/TPBPhPTVkWw8P2ECSwmCRViG1ozwVI6YPpU0fhTw7HpT6Uuj2os5JBI0ezq46NnrkYGDnIraooAxLjwj4auLa1tptFsnhtARAhiGFBOSMdwTyQeprbHAoooAKKKKACiiigAooooAKK+avib4yvLP4ueMdLvfiHrnh6CwtLeTS7SxtvOWWVoFYqQEbqx7kdetdT4U+KXjCPT/AApoGoeDLrVfE+p6Z9snVbhLYIgkK73Djg7NrY65OMUAe2UV5Jq3xqSxutSv08KX9x4T0vUf7OvtcS4jCxShgrERfeZFYgFh+XSue+NHxa13/hD/ABePCOi30Nto9xHZvr0dzGBFP5qbgIz8xXkruHc9O9AHvlZX/CN6F/bX9tf2Xa/2hnd5/ljduxjd9ccZ644rkT8SI7WPxVDLpsssnhjRk1KV/NA+05haTaOPlPyYzz1rMk+Lt9ezR2/hfwRf69NFpkGpagkN3HGbZJl3KigjMr4B+UAZxQB6BZeGtAs5buW10mzie8UrcERj94pJJB9iSTjpzUKeEfDSaU+lro1oLN5BK0QTguOjZ65A4B7DivM3+IXi25+KWu6I+hXdrottoP2vd50STW2ULCRlOSWLAJt52nk8VLonxUvhofhnSdB8Pan4q12+0f8AtKaOW7iiaKANt3ySEBSxPAAAzQB65YWltYWkVnZwRwW8ShY441wqj0AqevJF+NK6g/h618O+FL7Vb7XILp47Y3McLQS25xJG5bjg55B7cA5rsfhz4rj8eeCI9bgtZ9MeZpreSFmDPBIjMjYYcHBGQaAOqorwOw0jxc/x0u/Bb/EvxM1hbaNHqgcmHezmbYUPyY24/Gr+hfFK40rSpNun6v4gurzxbdaNbxzXMQdWVAwCnaoCcdDyMnk0Ae20V4xYfHG7lYPe+BL6ztrbWhompzm+idbW6L7AqgcyDOMkAYz3q1rHxx0zT/Fl7po0eSbStP1FdNvdR+2RK0c5O07YT87opOCw9DwaAPXaK4P4y61f2Gm6Lo2lXT2l7rurQWAuE+9FGWzIy++0ED615ne/EbXPDf7Quuwaxq0zeFIInhW3bGyGRbUT5B9SFYfU0AfRFFfK3g34heMF+GninVfE+uarJcwanYeS1q6JJDHPscIpZSNuHGeM4r0/xX8YrvRdQ8SRWvgu81Cz8NzxpqN2t7HGqo4X5lUjLEbvujsM5oA9aorzuT4pWYt/GFxHpUzx+GtNj1AkygG5V4mkCjj5Thcd+tcnL8Wdeh+KEaXGivH4YTwsdYnxcR7o0LITOe7bf9Xs65bPSgD2m9tLa9h8m6hSaLcrbXGRkHIP4EA1Sbw/ora0NabTLY6gMH7Rs+bIGAfrjjPXHFeaeG/jlY6hLcR6n4euNPf+y5NUsliu4rpriFPvKQn+rkxztPbPNW/BPxEvPiLpuqWNppQ0otp7TW17aapDdBGOQFYLho5AecEEcHnpkA7uDwt4dglu5YtHsla8VkuD5Q+dWOWGPQnkgdTzVvRdI0zRbVrXS7KG0hZzIyxrjcxwMk9ScADJ9BWB8H/EU/ir4c6RrV2QbqSNorgjoZY3aNz+LKa62gAooooAKKKKACiiigAooooAKKKKACqGtaNpetW62+qWUN3Gjb0Eg+63qD1Bq/RQBj3fhbw7dR2cdxo9lIlkoW2UxDESjHygenA46cCpZfD+iyaymsyabbNqCABbgp84wMA/UA4z1xWnRQBmaT4f0XSbqe603Tba1mnJ8x4kAJ5zj2GSTgd606KKACiiigAooooAKKKKACiiigAooooAr6lY2epWUllf20VzbyDDxyLlTzkfrWZJ4T8OSaXHpj6PaG0jkMiR7Ojnq2euT3Oea26KAMi88MeH7x7R7nR7OQ2aqtvmIYjVSCqgdMAgEDoMVJB4f0WDWn1mLTbZNQcHdcBPnOcZ/EgDJ74rTooAKKKKACiiigAooooAKKKKACiiigAooooAKKKKACiiigAooooAKKKKACiiigAooooAKKKKACiiigAooooAKKKKACiiigAooooAKKKKACiiigAooooAKKKKACiiigAooooAKKKKACiiigAooooAKKKKACiiigAooooAKKKKACiiigAooooAKKKKACiiigAooooAKKKKACiiigAooooAKKKKAOW0bwZa6d8Qtf8AGH2p5ptYjgjaBkG2LykCgg9TnFOuPCEM3xItfGpvJBNb6e9kLfaNpDNu3Z654rp6KAPKNT+C9teT6jYL4l1CDwxqmoHUL3RljTZJKWDMBJ95ULAEj9ai8V/BRNZi8Q6faeK9Q03RteuBdXVhHAjL54IO4MecEgHb6165RQB5f4m+EratqmsXNn4pvtNt9a0xNP1G3igRvNVEKqQx5XgnIHUcZFRS/CCa1lSbw94w1HRZZtMg0y/aGFGNzHEu1WGfuPgnketeq0UAed3HwyP/AAlkmuWviK8ijudI/su8gkjWQzoEKq5c8ggkN7kVnp8IDp8eiXPh3xVfaRq2maX/AGU14kCOLm33bsMh4yDyCDXqlFAHnPhj4T6V4f1zw1qllqFyzaHBdx7ZACbl7g5eRj2Ocniuh+G3hKHwV4a/sS3vJLtPtU9x5jqFOZZC5GB6bsV0tFAHLW/g2CH4o3XjsXshnuNKTTTbbRsCrJv35657YrnNP+EdlZy2ci6xcP8AZfEs3iAAxL8zyJtMf0Hr1r0yigDzOb4R2Uml6rYnWLgLqPij/hImbylyj+YH8of7PGM9ar3PwbsW8YXutWesPa2eoX41C8s/sUMjPLnLbZWBZVY8kD17V6pRQBwfxl0W+vtL0bWdLtZLy90LVoL8W8Qy80YbEiqP720kj6VhePvglpPjBtfku9Xurd9YvLe73JEuYDFH5e0Z6hh1zXrNFAHl2s/BvTNQ03xDp8eq3FtBrN7aXWEiU+R9nVAqL6ghBV/VvhfaahaeNbdtUnQeK2RpiIwfI2qo+X1+73r0KigDynW/g6b2fV1svFd9p9nrWmxWGowRwI3miJCisGPK8E5A69M1Y1L4RWt5rFle/wBuXMcCaB/YN7b+SpF1bcHr/AcgHj0r06igDy/wf8I10EzbvElxMosGsbQwWUNu8Cn+Msq5eTHG4/lVXQvhefB2p6h4yGoT6xqsOmSWttDbWMcHmZ5BdU/1jk45NetUUAcn8IPDs/hb4c6Rot0ALqOJpLgDoJZHaRx/30xrr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P/Z">
            <a:extLst>
              <a:ext uri="{FF2B5EF4-FFF2-40B4-BE49-F238E27FC236}">
                <a16:creationId xmlns:a16="http://schemas.microsoft.com/office/drawing/2014/main" id="{DB082BBA-E51F-4927-B13B-DFB2D54C54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2419349"/>
            <a:ext cx="1662853" cy="1662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pic>
        <p:nvPicPr>
          <p:cNvPr id="24" name="Picture 25">
            <a:extLst>
              <a:ext uri="{FF2B5EF4-FFF2-40B4-BE49-F238E27FC236}">
                <a16:creationId xmlns:a16="http://schemas.microsoft.com/office/drawing/2014/main" id="{6D2CF99E-82BF-4090-8A38-CB6D0903A0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6933" y="1679848"/>
            <a:ext cx="5558027" cy="30861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7576" y="312181"/>
            <a:ext cx="2085975" cy="12997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216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CONCLUSION </a:t>
            </a:r>
            <a:r>
              <a:rPr lang="en-US" sz="720" kern="0" spc="216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&amp; SYNTHESIS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47688" y="617860"/>
            <a:ext cx="8048625" cy="38472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24"/>
              </a:lnSpc>
            </a:pPr>
            <a:r>
              <a:rPr lang="en-US" sz="3200">
                <a:latin typeface="Bahnschrift Light Condensed" panose="020B0502040204020203" pitchFamily="34" charset="0"/>
              </a:rPr>
              <a:t>Unified Production Framework: From Strategy to Execution</a:t>
            </a:r>
            <a:endParaRPr lang="en-US" sz="3020" dirty="0">
              <a:latin typeface="Bahnschrift Light Condensed" panose="020B05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097" y="1388678"/>
            <a:ext cx="1909762" cy="976312"/>
          </a:xfrm>
          <a:prstGeom prst="rect">
            <a:avLst/>
          </a:prstGeom>
          <a:solidFill>
            <a:srgbClr val="FBF8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50491" y="1511722"/>
            <a:ext cx="1704975" cy="1143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10" kern="0" spc="184" dirty="0">
                <a:solidFill>
                  <a:srgbClr val="C241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RRP</a:t>
            </a:r>
            <a:endParaRPr lang="en-US" sz="610" dirty="0"/>
          </a:p>
        </p:txBody>
      </p:sp>
      <p:sp>
        <p:nvSpPr>
          <p:cNvPr id="7" name="Text 5"/>
          <p:cNvSpPr/>
          <p:nvPr/>
        </p:nvSpPr>
        <p:spPr>
          <a:xfrm>
            <a:off x="650491" y="1678000"/>
            <a:ext cx="1704975" cy="2571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16"/>
              </a:lnSpc>
              <a:spcBef>
                <a:spcPts val="405"/>
              </a:spcBef>
              <a:buNone/>
            </a:pPr>
            <a:r>
              <a:rPr lang="en-US" sz="2020" b="1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€11.3M</a:t>
            </a:r>
            <a:endParaRPr lang="en-US" sz="2020" dirty="0"/>
          </a:p>
        </p:txBody>
      </p:sp>
      <p:sp>
        <p:nvSpPr>
          <p:cNvPr id="8" name="Text 6"/>
          <p:cNvSpPr/>
          <p:nvPr/>
        </p:nvSpPr>
        <p:spPr>
          <a:xfrm>
            <a:off x="650491" y="1961183"/>
            <a:ext cx="1704975" cy="30003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spcBef>
                <a:spcPts val="203"/>
              </a:spcBef>
              <a:buNone/>
            </a:pPr>
            <a:r>
              <a:rPr lang="en-US" sz="79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annual profit · 16 machines · 61 workers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2594074" y="1388678"/>
            <a:ext cx="1909762" cy="976312"/>
          </a:xfrm>
          <a:prstGeom prst="rect">
            <a:avLst/>
          </a:prstGeom>
          <a:solidFill>
            <a:srgbClr val="FBF8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696468" y="1511722"/>
            <a:ext cx="1704975" cy="1143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10" kern="0" spc="184" dirty="0">
                <a:solidFill>
                  <a:srgbClr val="C241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MPS</a:t>
            </a:r>
            <a:endParaRPr lang="en-US" sz="610" dirty="0"/>
          </a:p>
        </p:txBody>
      </p:sp>
      <p:sp>
        <p:nvSpPr>
          <p:cNvPr id="11" name="Text 9"/>
          <p:cNvSpPr/>
          <p:nvPr/>
        </p:nvSpPr>
        <p:spPr>
          <a:xfrm>
            <a:off x="2696468" y="1678000"/>
            <a:ext cx="1704975" cy="2571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16"/>
              </a:lnSpc>
              <a:spcBef>
                <a:spcPts val="405"/>
              </a:spcBef>
              <a:buNone/>
            </a:pPr>
            <a:r>
              <a:rPr lang="en-US" sz="2020" b="1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€273K</a:t>
            </a:r>
            <a:endParaRPr lang="en-US" sz="2020" dirty="0"/>
          </a:p>
        </p:txBody>
      </p:sp>
      <p:sp>
        <p:nvSpPr>
          <p:cNvPr id="12" name="Text 10"/>
          <p:cNvSpPr/>
          <p:nvPr/>
        </p:nvSpPr>
        <p:spPr>
          <a:xfrm>
            <a:off x="2696468" y="1961183"/>
            <a:ext cx="1704975" cy="29604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spcBef>
                <a:spcPts val="203"/>
              </a:spcBef>
              <a:buNone/>
            </a:pPr>
            <a:r>
              <a:rPr lang="en-US" sz="79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operational cost · 43,664 units · 100</a:t>
            </a:r>
            <a:r>
              <a:rPr lang="en-US" sz="79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% Service Level from RRP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4640089" y="1388678"/>
            <a:ext cx="1909762" cy="976312"/>
          </a:xfrm>
          <a:prstGeom prst="rect">
            <a:avLst/>
          </a:prstGeom>
          <a:solidFill>
            <a:srgbClr val="FBF8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742483" y="1511722"/>
            <a:ext cx="1704975" cy="1143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10" kern="0" spc="184" dirty="0">
                <a:solidFill>
                  <a:srgbClr val="2F6F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MRP</a:t>
            </a:r>
            <a:endParaRPr lang="en-US" sz="610" dirty="0"/>
          </a:p>
        </p:txBody>
      </p:sp>
      <p:sp>
        <p:nvSpPr>
          <p:cNvPr id="15" name="Text 13"/>
          <p:cNvSpPr/>
          <p:nvPr/>
        </p:nvSpPr>
        <p:spPr>
          <a:xfrm>
            <a:off x="4742483" y="1678000"/>
            <a:ext cx="1704975" cy="2571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16"/>
              </a:lnSpc>
              <a:spcBef>
                <a:spcPts val="405"/>
              </a:spcBef>
              <a:buNone/>
            </a:pPr>
            <a:r>
              <a:rPr lang="en-US" sz="2020" b="1" dirty="0">
                <a:solidFill>
                  <a:srgbClr val="2F6F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€9.75M</a:t>
            </a:r>
            <a:endParaRPr lang="en-US" sz="2020" dirty="0"/>
          </a:p>
        </p:txBody>
      </p:sp>
      <p:sp>
        <p:nvSpPr>
          <p:cNvPr id="16" name="Text 14"/>
          <p:cNvSpPr/>
          <p:nvPr/>
        </p:nvSpPr>
        <p:spPr>
          <a:xfrm>
            <a:off x="4742483" y="1959546"/>
            <a:ext cx="170497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spcBef>
                <a:spcPts val="203"/>
              </a:spcBef>
              <a:buNone/>
            </a:pPr>
            <a:r>
              <a:rPr lang="en-US" sz="79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supply chain · CO₂ tax embedded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6686104" y="1388678"/>
            <a:ext cx="1909762" cy="976312"/>
          </a:xfrm>
          <a:prstGeom prst="rect">
            <a:avLst/>
          </a:prstGeom>
          <a:solidFill>
            <a:srgbClr val="FBF8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788497" y="1511722"/>
            <a:ext cx="1704975" cy="10663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10" kern="0" spc="184" dirty="0">
                <a:solidFill>
                  <a:srgbClr val="FF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JOB SHOP</a:t>
            </a:r>
            <a:endParaRPr lang="en-US" sz="610" dirty="0">
              <a:solidFill>
                <a:srgbClr val="FF000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788497" y="1678000"/>
            <a:ext cx="1704975" cy="2571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16"/>
              </a:lnSpc>
              <a:spcBef>
                <a:spcPts val="405"/>
              </a:spcBef>
              <a:buNone/>
            </a:pPr>
            <a:r>
              <a:rPr lang="en-US" sz="2020" b="1" dirty="0">
                <a:solidFill>
                  <a:srgbClr val="FF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6,312</a:t>
            </a:r>
            <a:r>
              <a:rPr lang="en-US" sz="1010" b="1" dirty="0">
                <a:solidFill>
                  <a:srgbClr val="FF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min</a:t>
            </a:r>
            <a:endParaRPr lang="en-US" sz="2020" dirty="0">
              <a:solidFill>
                <a:srgbClr val="FF000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788497" y="1961183"/>
            <a:ext cx="1704975" cy="30003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spcBef>
                <a:spcPts val="203"/>
              </a:spcBef>
              <a:buNone/>
            </a:pPr>
            <a:r>
              <a:rPr lang="en-US" sz="79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makespan · zero overlap · fits one bucket</a:t>
            </a:r>
            <a:endParaRPr lang="en-US" sz="790" dirty="0"/>
          </a:p>
        </p:txBody>
      </p:sp>
      <p:sp>
        <p:nvSpPr>
          <p:cNvPr id="21" name="Shape 19"/>
          <p:cNvSpPr/>
          <p:nvPr/>
        </p:nvSpPr>
        <p:spPr>
          <a:xfrm>
            <a:off x="548618" y="2829892"/>
            <a:ext cx="3886200" cy="1695450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738039" y="2827958"/>
            <a:ext cx="3695700" cy="2190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10"/>
              </a:lnSpc>
              <a:buNone/>
            </a:pPr>
            <a:r>
              <a:rPr lang="en-US" sz="1370" b="1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Hierarchical decoupling works</a:t>
            </a:r>
            <a:endParaRPr lang="en-US" sz="1370" dirty="0"/>
          </a:p>
        </p:txBody>
      </p:sp>
      <p:sp>
        <p:nvSpPr>
          <p:cNvPr id="23" name="Text 21"/>
          <p:cNvSpPr/>
          <p:nvPr/>
        </p:nvSpPr>
        <p:spPr>
          <a:xfrm>
            <a:off x="738039" y="3097262"/>
            <a:ext cx="3695700" cy="5572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62"/>
              </a:lnSpc>
              <a:spcBef>
                <a:spcPts val="405"/>
              </a:spcBef>
              <a:buNone/>
            </a:pPr>
            <a:r>
              <a:rPr lang="en-US" sz="1010" dirty="0">
                <a:solidFill>
                  <a:srgbClr val="14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layer's output is the next layer's rigid input — strategic stability above, operational precision below, no conflicts in between.</a:t>
            </a:r>
            <a:endParaRPr lang="en-US" sz="1010" dirty="0"/>
          </a:p>
        </p:txBody>
      </p:sp>
      <p:sp>
        <p:nvSpPr>
          <p:cNvPr id="24" name="Shape 22"/>
          <p:cNvSpPr/>
          <p:nvPr/>
        </p:nvSpPr>
        <p:spPr>
          <a:xfrm>
            <a:off x="4709182" y="2829892"/>
            <a:ext cx="3886200" cy="1695450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898603" y="2827958"/>
            <a:ext cx="3695700" cy="2190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10"/>
              </a:lnSpc>
              <a:buNone/>
            </a:pPr>
            <a:r>
              <a:rPr lang="en-US" sz="1370" b="1" dirty="0">
                <a:solidFill>
                  <a:srgbClr val="1B3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Validated and elastic</a:t>
            </a:r>
            <a:endParaRPr lang="en-US" sz="1370" dirty="0"/>
          </a:p>
        </p:txBody>
      </p:sp>
      <p:sp>
        <p:nvSpPr>
          <p:cNvPr id="26" name="Text 24"/>
          <p:cNvSpPr/>
          <p:nvPr/>
        </p:nvSpPr>
        <p:spPr>
          <a:xfrm>
            <a:off x="4898603" y="3097262"/>
            <a:ext cx="3695700" cy="56316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62"/>
              </a:lnSpc>
              <a:spcBef>
                <a:spcPts val="405"/>
              </a:spcBef>
              <a:buNone/>
            </a:pPr>
            <a:r>
              <a:rPr lang="en-US" sz="1010" dirty="0">
                <a:solidFill>
                  <a:srgbClr val="14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Across nine stress-test </a:t>
            </a:r>
            <a:r>
              <a:rPr lang="en-US" sz="1010">
                <a:solidFill>
                  <a:srgbClr val="14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scenarios (financial</a:t>
            </a:r>
            <a:r>
              <a:rPr lang="en-US" sz="1010" dirty="0">
                <a:solidFill>
                  <a:srgbClr val="14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operational</a:t>
            </a:r>
            <a:r>
              <a:rPr lang="en-US" sz="1010">
                <a:solidFill>
                  <a:srgbClr val="14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environmental) </a:t>
            </a:r>
            <a:r>
              <a:rPr lang="en-US" sz="1010" dirty="0">
                <a:solidFill>
                  <a:srgbClr val="1420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DSS adapts without infeasibility and preserves service level.</a:t>
            </a:r>
            <a:endParaRPr lang="en-US" sz="1010" dirty="0"/>
          </a:p>
        </p:txBody>
      </p:sp>
      <p:sp>
        <p:nvSpPr>
          <p:cNvPr id="27" name="Text 25"/>
          <p:cNvSpPr/>
          <p:nvPr/>
        </p:nvSpPr>
        <p:spPr>
          <a:xfrm>
            <a:off x="547688" y="4707908"/>
            <a:ext cx="8048625" cy="119007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80" kern="0" spc="171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PMAO · BUONFANTINO · CEVENINI						       16</a:t>
            </a:r>
            <a:endParaRPr lang="en-US" sz="68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097" y="1388678"/>
            <a:ext cx="1909762" cy="976312"/>
          </a:xfrm>
          <a:prstGeom prst="rect">
            <a:avLst/>
          </a:prstGeom>
        </p:spPr>
      </p:pic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94074" y="1383420"/>
            <a:ext cx="1909762" cy="976312"/>
          </a:xfrm>
          <a:prstGeom prst="rect">
            <a:avLst/>
          </a:prstGeom>
        </p:spPr>
      </p:pic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0089" y="1388678"/>
            <a:ext cx="1909762" cy="976312"/>
          </a:xfrm>
          <a:prstGeom prst="rect">
            <a:avLst/>
          </a:prstGeom>
        </p:spPr>
      </p:pic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84541" y="1393496"/>
            <a:ext cx="1909762" cy="976312"/>
          </a:xfrm>
          <a:prstGeom prst="rect">
            <a:avLst/>
          </a:prstGeom>
        </p:spPr>
      </p:pic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8618" y="2829892"/>
            <a:ext cx="3886200" cy="1695450"/>
          </a:xfrm>
          <a:prstGeom prst="rect">
            <a:avLst/>
          </a:prstGeom>
        </p:spPr>
      </p:pic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803353" y="2820257"/>
            <a:ext cx="3886200" cy="1695450"/>
          </a:xfrm>
          <a:prstGeom prst="rect">
            <a:avLst/>
          </a:prstGeom>
        </p:spPr>
      </p:pic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47688" y="4648349"/>
            <a:ext cx="8048625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-112"/>
            <a:ext cx="9144000" cy="61912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943600" y="5123706"/>
            <a:ext cx="3200400" cy="19050"/>
          </a:xfrm>
          <a:prstGeom prst="rect">
            <a:avLst/>
          </a:prstGeom>
          <a:solidFill>
            <a:srgbClr val="FAF8F2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47688" y="1850901"/>
            <a:ext cx="804862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spcAft>
                <a:spcPts val="810"/>
              </a:spcAft>
              <a:buNone/>
            </a:pPr>
            <a:r>
              <a:rPr lang="en-US" sz="790" kern="0" spc="198" dirty="0">
                <a:solidFill>
                  <a:srgbClr val="C241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THANK YOU</a:t>
            </a:r>
            <a:endParaRPr lang="en-US" sz="790" dirty="0"/>
          </a:p>
        </p:txBody>
      </p:sp>
      <p:sp>
        <p:nvSpPr>
          <p:cNvPr id="7" name="Text 5"/>
          <p:cNvSpPr/>
          <p:nvPr/>
        </p:nvSpPr>
        <p:spPr>
          <a:xfrm>
            <a:off x="547688" y="2104616"/>
            <a:ext cx="8048625" cy="627544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788"/>
              </a:lnSpc>
              <a:buNone/>
            </a:pPr>
            <a:r>
              <a:rPr lang="en-US" sz="5040" b="1" kern="0" spc="-126" dirty="0">
                <a:solidFill>
                  <a:srgbClr val="FBF8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Questions </a:t>
            </a:r>
            <a:r>
              <a:rPr lang="en-US" sz="5040" b="1" kern="0" spc="-126">
                <a:solidFill>
                  <a:srgbClr val="FBF8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&amp; Discussion</a:t>
            </a:r>
            <a:endParaRPr lang="en-US" sz="5040" dirty="0"/>
          </a:p>
        </p:txBody>
      </p:sp>
      <p:sp>
        <p:nvSpPr>
          <p:cNvPr id="8" name="Shape 6"/>
          <p:cNvSpPr/>
          <p:nvPr/>
        </p:nvSpPr>
        <p:spPr>
          <a:xfrm>
            <a:off x="547688" y="4018248"/>
            <a:ext cx="8048625" cy="714375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49064" y="4337261"/>
            <a:ext cx="5300663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spcAft>
                <a:spcPts val="405"/>
              </a:spcAft>
              <a:buNone/>
            </a:pPr>
            <a:r>
              <a:rPr lang="en-US" sz="720" kern="0" spc="180" dirty="0">
                <a:solidFill>
                  <a:srgbClr val="FCF8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PROJECT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549064" y="4526793"/>
            <a:ext cx="5300663" cy="2047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00" dirty="0">
                <a:solidFill>
                  <a:srgbClr val="FBF8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Decision Support System for an automotive manufacturing facility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229698" y="4177345"/>
            <a:ext cx="1366837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080"/>
              </a:lnSpc>
              <a:spcAft>
                <a:spcPts val="405"/>
              </a:spcAft>
              <a:buNone/>
            </a:pPr>
            <a:r>
              <a:rPr lang="en-US" sz="720" kern="0" spc="180" dirty="0">
                <a:solidFill>
                  <a:srgbClr val="FCF8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TEAM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7229698" y="4367324"/>
            <a:ext cx="1366837" cy="1809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40"/>
              </a:lnSpc>
              <a:buNone/>
            </a:pPr>
            <a:r>
              <a:rPr lang="en-US" sz="1150" dirty="0">
                <a:solidFill>
                  <a:srgbClr val="FBF8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Marco Buonfantino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229698" y="4550159"/>
            <a:ext cx="1366837" cy="1809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40"/>
              </a:lnSpc>
              <a:buNone/>
            </a:pPr>
            <a:r>
              <a:rPr lang="en-US" sz="1150" dirty="0">
                <a:solidFill>
                  <a:srgbClr val="FBF8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Andrea Cevenini</a:t>
            </a:r>
            <a:endParaRPr lang="en-US" sz="11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88" y="4018248"/>
            <a:ext cx="8048625" cy="7143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2EB47B36F67B458E0F2339AE8CB1E1" ma:contentTypeVersion="3" ma:contentTypeDescription="Create a new document." ma:contentTypeScope="" ma:versionID="a1f3060057a68213d330df5833bcb835">
  <xsd:schema xmlns:xsd="http://www.w3.org/2001/XMLSchema" xmlns:xs="http://www.w3.org/2001/XMLSchema" xmlns:p="http://schemas.microsoft.com/office/2006/metadata/properties" xmlns:ns2="5a57d8fc-bd1a-418b-bbd8-41fdf8b49716" targetNamespace="http://schemas.microsoft.com/office/2006/metadata/properties" ma:root="true" ma:fieldsID="665eb8b5e68c1a9395f44dc34b72459a" ns2:_="">
    <xsd:import namespace="5a57d8fc-bd1a-418b-bbd8-41fdf8b4971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57d8fc-bd1a-418b-bbd8-41fdf8b4971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D414F67-221D-4929-8C98-6F555220451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8967A7E-C566-43D5-A585-7B5F291E5871}">
  <ds:schemaRefs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dcmitype/"/>
    <ds:schemaRef ds:uri="http://purl.org/dc/terms/"/>
    <ds:schemaRef ds:uri="http://schemas.microsoft.com/office/2006/metadata/properties"/>
    <ds:schemaRef ds:uri="http://schemas.microsoft.com/office/infopath/2007/PartnerControls"/>
    <ds:schemaRef ds:uri="5a57d8fc-bd1a-418b-bbd8-41fdf8b49716"/>
  </ds:schemaRefs>
</ds:datastoreItem>
</file>

<file path=customXml/itemProps3.xml><?xml version="1.0" encoding="utf-8"?>
<ds:datastoreItem xmlns:ds="http://schemas.openxmlformats.org/officeDocument/2006/customXml" ds:itemID="{DFD4B562-4B46-45EF-BB00-8A695CEE43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a57d8fc-bd1a-418b-bbd8-41fdf8b4971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660</TotalTime>
  <Words>1533</Words>
  <Application>Microsoft Office PowerPoint</Application>
  <PresentationFormat>Presentazione su schermo (16:9)</PresentationFormat>
  <Paragraphs>258</Paragraphs>
  <Slides>14</Slides>
  <Notes>14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10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5" baseType="lpstr">
      <vt:lpstr>Aptos</vt:lpstr>
      <vt:lpstr>IBM Plex Mono</vt:lpstr>
      <vt:lpstr>IBM Plex Sans</vt:lpstr>
      <vt:lpstr>Space Grotesk</vt:lpstr>
      <vt:lpstr>Arial</vt:lpstr>
      <vt:lpstr>Bahnschrift</vt:lpstr>
      <vt:lpstr>Bahnschrift Light Condensed</vt:lpstr>
      <vt:lpstr>Calibri</vt:lpstr>
      <vt:lpstr>Garamond</vt:lpstr>
      <vt:lpstr>Gentium Basic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Andrea Cevenini - andrea.cevenini3@studio.unibo.it</cp:lastModifiedBy>
  <cp:revision>87</cp:revision>
  <dcterms:created xsi:type="dcterms:W3CDTF">2026-05-25T09:01:38Z</dcterms:created>
  <dcterms:modified xsi:type="dcterms:W3CDTF">2026-05-29T10:24:33Z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0x010100652EB47B36F67B458E0F2339AE8CB1E1</vt:lpwstr>
  </property>
</Properties>
</file>